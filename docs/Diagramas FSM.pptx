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62" r:id="rId5"/>
    <p:sldId id="263" r:id="rId6"/>
    <p:sldId id="260" r:id="rId7"/>
    <p:sldId id="259" r:id="rId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5D0219-7F71-4096-AC69-2A466C5C4172}" v="53" dt="2024-05-05T03:55:23.9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8" y="-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Esteban González Rozo" userId="c5af7afe-d0c9-4ffd-9904-cfe4f4a2e2ee" providerId="ADAL" clId="{C55D0219-7F71-4096-AC69-2A466C5C4172}"/>
    <pc:docChg chg="undo redo custSel addSld modSld">
      <pc:chgData name="David Esteban González Rozo" userId="c5af7afe-d0c9-4ffd-9904-cfe4f4a2e2ee" providerId="ADAL" clId="{C55D0219-7F71-4096-AC69-2A466C5C4172}" dt="2024-05-05T03:55:39.158" v="7075" actId="20577"/>
      <pc:docMkLst>
        <pc:docMk/>
      </pc:docMkLst>
      <pc:sldChg chg="addSp delSp modSp mod">
        <pc:chgData name="David Esteban González Rozo" userId="c5af7afe-d0c9-4ffd-9904-cfe4f4a2e2ee" providerId="ADAL" clId="{C55D0219-7F71-4096-AC69-2A466C5C4172}" dt="2024-05-05T02:08:12.701" v="6895" actId="20577"/>
        <pc:sldMkLst>
          <pc:docMk/>
          <pc:sldMk cId="3366314404" sldId="257"/>
        </pc:sldMkLst>
        <pc:spChg chg="mod">
          <ac:chgData name="David Esteban González Rozo" userId="c5af7afe-d0c9-4ffd-9904-cfe4f4a2e2ee" providerId="ADAL" clId="{C55D0219-7F71-4096-AC69-2A466C5C4172}" dt="2024-05-04T23:20:59.105" v="4912" actId="1076"/>
          <ac:spMkLst>
            <pc:docMk/>
            <pc:sldMk cId="3366314404" sldId="257"/>
            <ac:spMk id="10" creationId="{A345412F-72E1-BB1F-E8F9-DA65F8FB6B3C}"/>
          </ac:spMkLst>
        </pc:spChg>
        <pc:spChg chg="mod">
          <ac:chgData name="David Esteban González Rozo" userId="c5af7afe-d0c9-4ffd-9904-cfe4f4a2e2ee" providerId="ADAL" clId="{C55D0219-7F71-4096-AC69-2A466C5C4172}" dt="2024-05-05T02:07:51.142" v="6877" actId="20577"/>
          <ac:spMkLst>
            <pc:docMk/>
            <pc:sldMk cId="3366314404" sldId="257"/>
            <ac:spMk id="17" creationId="{C4BD16C6-BD44-407F-8640-50369D8D62E3}"/>
          </ac:spMkLst>
        </pc:spChg>
        <pc:spChg chg="mod">
          <ac:chgData name="David Esteban González Rozo" userId="c5af7afe-d0c9-4ffd-9904-cfe4f4a2e2ee" providerId="ADAL" clId="{C55D0219-7F71-4096-AC69-2A466C5C4172}" dt="2024-05-05T02:08:12.701" v="6895" actId="20577"/>
          <ac:spMkLst>
            <pc:docMk/>
            <pc:sldMk cId="3366314404" sldId="257"/>
            <ac:spMk id="21" creationId="{A84E6930-C86D-4852-BAC4-136AD4E64B6D}"/>
          </ac:spMkLst>
        </pc:spChg>
        <pc:spChg chg="mod">
          <ac:chgData name="David Esteban González Rozo" userId="c5af7afe-d0c9-4ffd-9904-cfe4f4a2e2ee" providerId="ADAL" clId="{C55D0219-7F71-4096-AC69-2A466C5C4172}" dt="2024-05-04T21:54:48.505" v="2224" actId="1076"/>
          <ac:spMkLst>
            <pc:docMk/>
            <pc:sldMk cId="3366314404" sldId="257"/>
            <ac:spMk id="26" creationId="{BF5C9BA3-7D8C-4F44-A204-44AC8796D8B4}"/>
          </ac:spMkLst>
        </pc:spChg>
        <pc:spChg chg="mod">
          <ac:chgData name="David Esteban González Rozo" userId="c5af7afe-d0c9-4ffd-9904-cfe4f4a2e2ee" providerId="ADAL" clId="{C55D0219-7F71-4096-AC69-2A466C5C4172}" dt="2024-05-04T21:57:29.883" v="2272" actId="1076"/>
          <ac:spMkLst>
            <pc:docMk/>
            <pc:sldMk cId="3366314404" sldId="257"/>
            <ac:spMk id="27" creationId="{ADFC668C-E09E-4524-87FA-BC55A59B76B6}"/>
          </ac:spMkLst>
        </pc:spChg>
        <pc:spChg chg="del mod">
          <ac:chgData name="David Esteban González Rozo" userId="c5af7afe-d0c9-4ffd-9904-cfe4f4a2e2ee" providerId="ADAL" clId="{C55D0219-7F71-4096-AC69-2A466C5C4172}" dt="2024-05-04T21:07:30.056" v="766" actId="478"/>
          <ac:spMkLst>
            <pc:docMk/>
            <pc:sldMk cId="3366314404" sldId="257"/>
            <ac:spMk id="28" creationId="{1F299F7A-921E-4F13-965B-D75A9071DAAB}"/>
          </ac:spMkLst>
        </pc:spChg>
        <pc:spChg chg="mod">
          <ac:chgData name="David Esteban González Rozo" userId="c5af7afe-d0c9-4ffd-9904-cfe4f4a2e2ee" providerId="ADAL" clId="{C55D0219-7F71-4096-AC69-2A466C5C4172}" dt="2024-05-04T22:01:58.423" v="2568" actId="1076"/>
          <ac:spMkLst>
            <pc:docMk/>
            <pc:sldMk cId="3366314404" sldId="257"/>
            <ac:spMk id="39" creationId="{5195696B-65EF-483C-A3F2-4945B38AA765}"/>
          </ac:spMkLst>
        </pc:spChg>
        <pc:spChg chg="mod">
          <ac:chgData name="David Esteban González Rozo" userId="c5af7afe-d0c9-4ffd-9904-cfe4f4a2e2ee" providerId="ADAL" clId="{C55D0219-7F71-4096-AC69-2A466C5C4172}" dt="2024-05-04T23:38:34.836" v="5457" actId="207"/>
          <ac:spMkLst>
            <pc:docMk/>
            <pc:sldMk cId="3366314404" sldId="257"/>
            <ac:spMk id="40" creationId="{1D9FE385-056B-431C-A185-E0BE971120C1}"/>
          </ac:spMkLst>
        </pc:spChg>
        <pc:spChg chg="mod">
          <ac:chgData name="David Esteban González Rozo" userId="c5af7afe-d0c9-4ffd-9904-cfe4f4a2e2ee" providerId="ADAL" clId="{C55D0219-7F71-4096-AC69-2A466C5C4172}" dt="2024-05-04T23:39:04.921" v="5459" actId="207"/>
          <ac:spMkLst>
            <pc:docMk/>
            <pc:sldMk cId="3366314404" sldId="257"/>
            <ac:spMk id="42" creationId="{E7E4687B-9481-7CF7-241D-BD6D77650395}"/>
          </ac:spMkLst>
        </pc:spChg>
        <pc:spChg chg="mod">
          <ac:chgData name="David Esteban González Rozo" userId="c5af7afe-d0c9-4ffd-9904-cfe4f4a2e2ee" providerId="ADAL" clId="{C55D0219-7F71-4096-AC69-2A466C5C4172}" dt="2024-05-04T21:57:51.134" v="2278" actId="1076"/>
          <ac:spMkLst>
            <pc:docMk/>
            <pc:sldMk cId="3366314404" sldId="257"/>
            <ac:spMk id="51" creationId="{84337DB3-69AC-473E-F7D1-B2C518DD569A}"/>
          </ac:spMkLst>
        </pc:spChg>
        <pc:spChg chg="add mod">
          <ac:chgData name="David Esteban González Rozo" userId="c5af7afe-d0c9-4ffd-9904-cfe4f4a2e2ee" providerId="ADAL" clId="{C55D0219-7F71-4096-AC69-2A466C5C4172}" dt="2024-05-04T21:57:46.066" v="2276" actId="1076"/>
          <ac:spMkLst>
            <pc:docMk/>
            <pc:sldMk cId="3366314404" sldId="257"/>
            <ac:spMk id="62" creationId="{4E04873D-474E-65D7-5AE2-95A762F7AA11}"/>
          </ac:spMkLst>
        </pc:spChg>
        <pc:spChg chg="del">
          <ac:chgData name="David Esteban González Rozo" userId="c5af7afe-d0c9-4ffd-9904-cfe4f4a2e2ee" providerId="ADAL" clId="{C55D0219-7F71-4096-AC69-2A466C5C4172}" dt="2024-05-04T20:30:42.204" v="516" actId="478"/>
          <ac:spMkLst>
            <pc:docMk/>
            <pc:sldMk cId="3366314404" sldId="257"/>
            <ac:spMk id="70" creationId="{C7B76F41-CCEA-5C9B-A0C4-871BA8F1BA7C}"/>
          </ac:spMkLst>
        </pc:spChg>
        <pc:spChg chg="del">
          <ac:chgData name="David Esteban González Rozo" userId="c5af7afe-d0c9-4ffd-9904-cfe4f4a2e2ee" providerId="ADAL" clId="{C55D0219-7F71-4096-AC69-2A466C5C4172}" dt="2024-05-04T20:30:38.982" v="515" actId="478"/>
          <ac:spMkLst>
            <pc:docMk/>
            <pc:sldMk cId="3366314404" sldId="257"/>
            <ac:spMk id="73" creationId="{03917F40-1D0C-6839-E57F-3BE6954E2FC2}"/>
          </ac:spMkLst>
        </pc:spChg>
        <pc:spChg chg="del mod">
          <ac:chgData name="David Esteban González Rozo" userId="c5af7afe-d0c9-4ffd-9904-cfe4f4a2e2ee" providerId="ADAL" clId="{C55D0219-7F71-4096-AC69-2A466C5C4172}" dt="2024-05-04T21:07:23.856" v="764" actId="478"/>
          <ac:spMkLst>
            <pc:docMk/>
            <pc:sldMk cId="3366314404" sldId="257"/>
            <ac:spMk id="74" creationId="{555CD7B6-4F14-DE4C-6BA5-DB63808AE3A1}"/>
          </ac:spMkLst>
        </pc:spChg>
        <pc:spChg chg="add mod">
          <ac:chgData name="David Esteban González Rozo" userId="c5af7afe-d0c9-4ffd-9904-cfe4f4a2e2ee" providerId="ADAL" clId="{C55D0219-7F71-4096-AC69-2A466C5C4172}" dt="2024-05-04T23:19:20.210" v="4650" actId="1076"/>
          <ac:spMkLst>
            <pc:docMk/>
            <pc:sldMk cId="3366314404" sldId="257"/>
            <ac:spMk id="89" creationId="{DB304FA6-F5C1-26CF-970A-0D49D470B7BB}"/>
          </ac:spMkLst>
        </pc:spChg>
        <pc:spChg chg="add mod">
          <ac:chgData name="David Esteban González Rozo" userId="c5af7afe-d0c9-4ffd-9904-cfe4f4a2e2ee" providerId="ADAL" clId="{C55D0219-7F71-4096-AC69-2A466C5C4172}" dt="2024-05-04T22:05:42.487" v="2952" actId="207"/>
          <ac:spMkLst>
            <pc:docMk/>
            <pc:sldMk cId="3366314404" sldId="257"/>
            <ac:spMk id="90" creationId="{942D8A28-70CB-8FE5-7803-F14B4D9EDAFD}"/>
          </ac:spMkLst>
        </pc:spChg>
        <pc:spChg chg="add del mod">
          <ac:chgData name="David Esteban González Rozo" userId="c5af7afe-d0c9-4ffd-9904-cfe4f4a2e2ee" providerId="ADAL" clId="{C55D0219-7F71-4096-AC69-2A466C5C4172}" dt="2024-05-04T23:12:40.574" v="3835" actId="21"/>
          <ac:spMkLst>
            <pc:docMk/>
            <pc:sldMk cId="3366314404" sldId="257"/>
            <ac:spMk id="100" creationId="{C5827160-E4CB-A25F-5CB9-E20A6B9454B4}"/>
          </ac:spMkLst>
        </pc:spChg>
        <pc:spChg chg="del mod">
          <ac:chgData name="David Esteban González Rozo" userId="c5af7afe-d0c9-4ffd-9904-cfe4f4a2e2ee" providerId="ADAL" clId="{C55D0219-7F71-4096-AC69-2A466C5C4172}" dt="2024-05-04T20:30:46.785" v="518" actId="478"/>
          <ac:spMkLst>
            <pc:docMk/>
            <pc:sldMk cId="3366314404" sldId="257"/>
            <ac:spMk id="144" creationId="{F9F2674B-01DF-076E-FE24-5806D0C06843}"/>
          </ac:spMkLst>
        </pc:spChg>
        <pc:spChg chg="del">
          <ac:chgData name="David Esteban González Rozo" userId="c5af7afe-d0c9-4ffd-9904-cfe4f4a2e2ee" providerId="ADAL" clId="{C55D0219-7F71-4096-AC69-2A466C5C4172}" dt="2024-05-04T20:30:47.705" v="519" actId="478"/>
          <ac:spMkLst>
            <pc:docMk/>
            <pc:sldMk cId="3366314404" sldId="257"/>
            <ac:spMk id="150" creationId="{3A1BBDCE-2369-CAB0-DFE1-042E60A3EA1F}"/>
          </ac:spMkLst>
        </pc:spChg>
        <pc:spChg chg="del">
          <ac:chgData name="David Esteban González Rozo" userId="c5af7afe-d0c9-4ffd-9904-cfe4f4a2e2ee" providerId="ADAL" clId="{C55D0219-7F71-4096-AC69-2A466C5C4172}" dt="2024-05-04T20:30:44.557" v="517" actId="478"/>
          <ac:spMkLst>
            <pc:docMk/>
            <pc:sldMk cId="3366314404" sldId="257"/>
            <ac:spMk id="196" creationId="{4B382A88-70D8-7BB4-B730-8D4A84422865}"/>
          </ac:spMkLst>
        </pc:spChg>
        <pc:graphicFrameChg chg="mod modGraphic">
          <ac:chgData name="David Esteban González Rozo" userId="c5af7afe-d0c9-4ffd-9904-cfe4f4a2e2ee" providerId="ADAL" clId="{C55D0219-7F71-4096-AC69-2A466C5C4172}" dt="2024-05-04T22:01:55.335" v="2567" actId="20577"/>
          <ac:graphicFrameMkLst>
            <pc:docMk/>
            <pc:sldMk cId="3366314404" sldId="257"/>
            <ac:graphicFrameMk id="13" creationId="{3F14CA74-DEA5-46B2-9C84-43AC000275C8}"/>
          </ac:graphicFrameMkLst>
        </pc:graphicFrameChg>
        <pc:cxnChg chg="mod">
          <ac:chgData name="David Esteban González Rozo" userId="c5af7afe-d0c9-4ffd-9904-cfe4f4a2e2ee" providerId="ADAL" clId="{C55D0219-7F71-4096-AC69-2A466C5C4172}" dt="2024-05-04T21:57:46.066" v="2276" actId="1076"/>
          <ac:cxnSpMkLst>
            <pc:docMk/>
            <pc:sldMk cId="3366314404" sldId="257"/>
            <ac:cxnSpMk id="29" creationId="{0B4FAB74-EBC0-44B0-AF3C-12346A1771AC}"/>
          </ac:cxnSpMkLst>
        </pc:cxnChg>
        <pc:cxnChg chg="mod">
          <ac:chgData name="David Esteban González Rozo" userId="c5af7afe-d0c9-4ffd-9904-cfe4f4a2e2ee" providerId="ADAL" clId="{C55D0219-7F71-4096-AC69-2A466C5C4172}" dt="2024-05-04T21:57:46.066" v="2276" actId="1076"/>
          <ac:cxnSpMkLst>
            <pc:docMk/>
            <pc:sldMk cId="3366314404" sldId="257"/>
            <ac:cxnSpMk id="30" creationId="{DF4AFBBF-8C08-43C2-A651-8FDD9DAD6574}"/>
          </ac:cxnSpMkLst>
        </pc:cxnChg>
        <pc:cxnChg chg="mod">
          <ac:chgData name="David Esteban González Rozo" userId="c5af7afe-d0c9-4ffd-9904-cfe4f4a2e2ee" providerId="ADAL" clId="{C55D0219-7F71-4096-AC69-2A466C5C4172}" dt="2024-05-04T21:59:53.132" v="2386" actId="14100"/>
          <ac:cxnSpMkLst>
            <pc:docMk/>
            <pc:sldMk cId="3366314404" sldId="257"/>
            <ac:cxnSpMk id="31" creationId="{A21AA19E-3A86-4E30-8535-B49499506112}"/>
          </ac:cxnSpMkLst>
        </pc:cxnChg>
        <pc:cxnChg chg="mod">
          <ac:chgData name="David Esteban González Rozo" userId="c5af7afe-d0c9-4ffd-9904-cfe4f4a2e2ee" providerId="ADAL" clId="{C55D0219-7F71-4096-AC69-2A466C5C4172}" dt="2024-05-04T21:54:48.505" v="2224" actId="1076"/>
          <ac:cxnSpMkLst>
            <pc:docMk/>
            <pc:sldMk cId="3366314404" sldId="257"/>
            <ac:cxnSpMk id="34" creationId="{92EC2B34-A087-4F26-8F01-4B01AFCE5049}"/>
          </ac:cxnSpMkLst>
        </pc:cxnChg>
        <pc:cxnChg chg="mod">
          <ac:chgData name="David Esteban González Rozo" userId="c5af7afe-d0c9-4ffd-9904-cfe4f4a2e2ee" providerId="ADAL" clId="{C55D0219-7F71-4096-AC69-2A466C5C4172}" dt="2024-05-04T21:54:44.852" v="2223" actId="1076"/>
          <ac:cxnSpMkLst>
            <pc:docMk/>
            <pc:sldMk cId="3366314404" sldId="257"/>
            <ac:cxnSpMk id="41" creationId="{47C31504-904B-4531-B243-11EEF2B68D67}"/>
          </ac:cxnSpMkLst>
        </pc:cxnChg>
        <pc:cxnChg chg="del mod">
          <ac:chgData name="David Esteban González Rozo" userId="c5af7afe-d0c9-4ffd-9904-cfe4f4a2e2ee" providerId="ADAL" clId="{C55D0219-7F71-4096-AC69-2A466C5C4172}" dt="2024-05-04T20:29:02.272" v="487" actId="478"/>
          <ac:cxnSpMkLst>
            <pc:docMk/>
            <pc:sldMk cId="3366314404" sldId="257"/>
            <ac:cxnSpMk id="66" creationId="{A7BB1908-786C-B909-1A58-A09EC0F3DB4B}"/>
          </ac:cxnSpMkLst>
        </pc:cxnChg>
        <pc:cxnChg chg="add mod">
          <ac:chgData name="David Esteban González Rozo" userId="c5af7afe-d0c9-4ffd-9904-cfe4f4a2e2ee" providerId="ADAL" clId="{C55D0219-7F71-4096-AC69-2A466C5C4172}" dt="2024-05-04T21:57:46.066" v="2276" actId="1076"/>
          <ac:cxnSpMkLst>
            <pc:docMk/>
            <pc:sldMk cId="3366314404" sldId="257"/>
            <ac:cxnSpMk id="72" creationId="{D9045B08-B83E-48FC-1679-B1646FBA7A26}"/>
          </ac:cxnSpMkLst>
        </pc:cxnChg>
        <pc:cxnChg chg="add mod">
          <ac:chgData name="David Esteban González Rozo" userId="c5af7afe-d0c9-4ffd-9904-cfe4f4a2e2ee" providerId="ADAL" clId="{C55D0219-7F71-4096-AC69-2A466C5C4172}" dt="2024-05-04T21:57:46.066" v="2276" actId="1076"/>
          <ac:cxnSpMkLst>
            <pc:docMk/>
            <pc:sldMk cId="3366314404" sldId="257"/>
            <ac:cxnSpMk id="79" creationId="{6B247CCB-5EC8-99D5-1515-CFFE9A066A17}"/>
          </ac:cxnSpMkLst>
        </pc:cxnChg>
        <pc:cxnChg chg="del mod">
          <ac:chgData name="David Esteban González Rozo" userId="c5af7afe-d0c9-4ffd-9904-cfe4f4a2e2ee" providerId="ADAL" clId="{C55D0219-7F71-4096-AC69-2A466C5C4172}" dt="2024-05-04T21:02:19.575" v="706" actId="478"/>
          <ac:cxnSpMkLst>
            <pc:docMk/>
            <pc:sldMk cId="3366314404" sldId="257"/>
            <ac:cxnSpMk id="147" creationId="{D7390AEE-A3A7-0F73-360F-E2B0CB899E1E}"/>
          </ac:cxnSpMkLst>
        </pc:cxnChg>
        <pc:cxnChg chg="del mod">
          <ac:chgData name="David Esteban González Rozo" userId="c5af7afe-d0c9-4ffd-9904-cfe4f4a2e2ee" providerId="ADAL" clId="{C55D0219-7F71-4096-AC69-2A466C5C4172}" dt="2024-05-04T20:29:04.137" v="489" actId="478"/>
          <ac:cxnSpMkLst>
            <pc:docMk/>
            <pc:sldMk cId="3366314404" sldId="257"/>
            <ac:cxnSpMk id="168" creationId="{CE63694D-49C6-12D8-7B97-48954A747A66}"/>
          </ac:cxnSpMkLst>
        </pc:cxnChg>
        <pc:cxnChg chg="del mod">
          <ac:chgData name="David Esteban González Rozo" userId="c5af7afe-d0c9-4ffd-9904-cfe4f4a2e2ee" providerId="ADAL" clId="{C55D0219-7F71-4096-AC69-2A466C5C4172}" dt="2024-05-04T20:30:38.006" v="514" actId="478"/>
          <ac:cxnSpMkLst>
            <pc:docMk/>
            <pc:sldMk cId="3366314404" sldId="257"/>
            <ac:cxnSpMk id="173" creationId="{794A86FC-2E0D-F146-27EC-7F2E5A16AE55}"/>
          </ac:cxnSpMkLst>
        </pc:cxnChg>
        <pc:cxnChg chg="del mod">
          <ac:chgData name="David Esteban González Rozo" userId="c5af7afe-d0c9-4ffd-9904-cfe4f4a2e2ee" providerId="ADAL" clId="{C55D0219-7F71-4096-AC69-2A466C5C4172}" dt="2024-05-04T20:29:03.464" v="488" actId="478"/>
          <ac:cxnSpMkLst>
            <pc:docMk/>
            <pc:sldMk cId="3366314404" sldId="257"/>
            <ac:cxnSpMk id="193" creationId="{1DC9B104-5366-83B2-0F92-FDB82295BA4C}"/>
          </ac:cxnSpMkLst>
        </pc:cxnChg>
      </pc:sldChg>
      <pc:sldChg chg="addSp delSp modSp mod">
        <pc:chgData name="David Esteban González Rozo" userId="c5af7afe-d0c9-4ffd-9904-cfe4f4a2e2ee" providerId="ADAL" clId="{C55D0219-7F71-4096-AC69-2A466C5C4172}" dt="2024-05-05T02:10:00.289" v="6923" actId="20577"/>
        <pc:sldMkLst>
          <pc:docMk/>
          <pc:sldMk cId="2474974236" sldId="258"/>
        </pc:sldMkLst>
        <pc:spChg chg="add mod">
          <ac:chgData name="David Esteban González Rozo" userId="c5af7afe-d0c9-4ffd-9904-cfe4f4a2e2ee" providerId="ADAL" clId="{C55D0219-7F71-4096-AC69-2A466C5C4172}" dt="2024-05-04T19:13:44.191" v="60" actId="20577"/>
          <ac:spMkLst>
            <pc:docMk/>
            <pc:sldMk cId="2474974236" sldId="258"/>
            <ac:spMk id="6" creationId="{379AE72C-D8C9-887E-28FA-D890DFCA4C23}"/>
          </ac:spMkLst>
        </pc:spChg>
        <pc:spChg chg="mod">
          <ac:chgData name="David Esteban González Rozo" userId="c5af7afe-d0c9-4ffd-9904-cfe4f4a2e2ee" providerId="ADAL" clId="{C55D0219-7F71-4096-AC69-2A466C5C4172}" dt="2024-05-04T20:14:18.141" v="244" actId="14100"/>
          <ac:spMkLst>
            <pc:docMk/>
            <pc:sldMk cId="2474974236" sldId="258"/>
            <ac:spMk id="10" creationId="{A345412F-72E1-BB1F-E8F9-DA65F8FB6B3C}"/>
          </ac:spMkLst>
        </pc:spChg>
        <pc:spChg chg="mod">
          <ac:chgData name="David Esteban González Rozo" userId="c5af7afe-d0c9-4ffd-9904-cfe4f4a2e2ee" providerId="ADAL" clId="{C55D0219-7F71-4096-AC69-2A466C5C4172}" dt="2024-05-04T20:18:08.229" v="458" actId="1076"/>
          <ac:spMkLst>
            <pc:docMk/>
            <pc:sldMk cId="2474974236" sldId="258"/>
            <ac:spMk id="14" creationId="{0EFAA7FC-BD5B-465A-B560-49C9F7B4FFA8}"/>
          </ac:spMkLst>
        </pc:spChg>
        <pc:spChg chg="mod">
          <ac:chgData name="David Esteban González Rozo" userId="c5af7afe-d0c9-4ffd-9904-cfe4f4a2e2ee" providerId="ADAL" clId="{C55D0219-7F71-4096-AC69-2A466C5C4172}" dt="2024-05-05T02:08:26.299" v="6896"/>
          <ac:spMkLst>
            <pc:docMk/>
            <pc:sldMk cId="2474974236" sldId="258"/>
            <ac:spMk id="17" creationId="{C4BD16C6-BD44-407F-8640-50369D8D62E3}"/>
          </ac:spMkLst>
        </pc:spChg>
        <pc:spChg chg="mod">
          <ac:chgData name="David Esteban González Rozo" userId="c5af7afe-d0c9-4ffd-9904-cfe4f4a2e2ee" providerId="ADAL" clId="{C55D0219-7F71-4096-AC69-2A466C5C4172}" dt="2024-05-05T02:09:36.629" v="6917"/>
          <ac:spMkLst>
            <pc:docMk/>
            <pc:sldMk cId="2474974236" sldId="258"/>
            <ac:spMk id="19" creationId="{01D6731A-454E-4711-A25C-9BD175F8467C}"/>
          </ac:spMkLst>
        </pc:spChg>
        <pc:spChg chg="mod">
          <ac:chgData name="David Esteban González Rozo" userId="c5af7afe-d0c9-4ffd-9904-cfe4f4a2e2ee" providerId="ADAL" clId="{C55D0219-7F71-4096-AC69-2A466C5C4172}" dt="2024-05-05T02:10:00.289" v="6923" actId="20577"/>
          <ac:spMkLst>
            <pc:docMk/>
            <pc:sldMk cId="2474974236" sldId="258"/>
            <ac:spMk id="21" creationId="{A84E6930-C86D-4852-BAC4-136AD4E64B6D}"/>
          </ac:spMkLst>
        </pc:spChg>
        <pc:spChg chg="mod">
          <ac:chgData name="David Esteban González Rozo" userId="c5af7afe-d0c9-4ffd-9904-cfe4f4a2e2ee" providerId="ADAL" clId="{C55D0219-7F71-4096-AC69-2A466C5C4172}" dt="2024-05-04T21:13:34.870" v="931" actId="20577"/>
          <ac:spMkLst>
            <pc:docMk/>
            <pc:sldMk cId="2474974236" sldId="258"/>
            <ac:spMk id="25" creationId="{928F90DC-4343-42EA-BBE1-ACE619901D04}"/>
          </ac:spMkLst>
        </pc:spChg>
        <pc:spChg chg="mod">
          <ac:chgData name="David Esteban González Rozo" userId="c5af7afe-d0c9-4ffd-9904-cfe4f4a2e2ee" providerId="ADAL" clId="{C55D0219-7F71-4096-AC69-2A466C5C4172}" dt="2024-05-04T19:13:21.114" v="50" actId="1076"/>
          <ac:spMkLst>
            <pc:docMk/>
            <pc:sldMk cId="2474974236" sldId="258"/>
            <ac:spMk id="27" creationId="{ADFC668C-E09E-4524-87FA-BC55A59B76B6}"/>
          </ac:spMkLst>
        </pc:spChg>
        <pc:spChg chg="mod">
          <ac:chgData name="David Esteban González Rozo" userId="c5af7afe-d0c9-4ffd-9904-cfe4f4a2e2ee" providerId="ADAL" clId="{C55D0219-7F71-4096-AC69-2A466C5C4172}" dt="2024-05-04T20:14:48.181" v="257" actId="20577"/>
          <ac:spMkLst>
            <pc:docMk/>
            <pc:sldMk cId="2474974236" sldId="258"/>
            <ac:spMk id="37" creationId="{05B40C91-B437-7596-CD46-0C1E5DC3B102}"/>
          </ac:spMkLst>
        </pc:spChg>
        <pc:spChg chg="mod">
          <ac:chgData name="David Esteban González Rozo" userId="c5af7afe-d0c9-4ffd-9904-cfe4f4a2e2ee" providerId="ADAL" clId="{C55D0219-7F71-4096-AC69-2A466C5C4172}" dt="2024-05-04T23:35:51.458" v="5354" actId="1076"/>
          <ac:spMkLst>
            <pc:docMk/>
            <pc:sldMk cId="2474974236" sldId="258"/>
            <ac:spMk id="39" creationId="{5195696B-65EF-483C-A3F2-4945B38AA765}"/>
          </ac:spMkLst>
        </pc:spChg>
        <pc:spChg chg="mod">
          <ac:chgData name="David Esteban González Rozo" userId="c5af7afe-d0c9-4ffd-9904-cfe4f4a2e2ee" providerId="ADAL" clId="{C55D0219-7F71-4096-AC69-2A466C5C4172}" dt="2024-05-04T23:34:25.458" v="5144" actId="1076"/>
          <ac:spMkLst>
            <pc:docMk/>
            <pc:sldMk cId="2474974236" sldId="258"/>
            <ac:spMk id="40" creationId="{1D9FE385-056B-431C-A185-E0BE971120C1}"/>
          </ac:spMkLst>
        </pc:spChg>
        <pc:spChg chg="add mod">
          <ac:chgData name="David Esteban González Rozo" userId="c5af7afe-d0c9-4ffd-9904-cfe4f4a2e2ee" providerId="ADAL" clId="{C55D0219-7F71-4096-AC69-2A466C5C4172}" dt="2024-05-04T23:36:04.748" v="5356" actId="1076"/>
          <ac:spMkLst>
            <pc:docMk/>
            <pc:sldMk cId="2474974236" sldId="258"/>
            <ac:spMk id="47" creationId="{C31ADF19-E149-7683-F554-DC28FA772F45}"/>
          </ac:spMkLst>
        </pc:spChg>
        <pc:spChg chg="mod">
          <ac:chgData name="David Esteban González Rozo" userId="c5af7afe-d0c9-4ffd-9904-cfe4f4a2e2ee" providerId="ADAL" clId="{C55D0219-7F71-4096-AC69-2A466C5C4172}" dt="2024-05-04T23:19:56.274" v="4737" actId="1076"/>
          <ac:spMkLst>
            <pc:docMk/>
            <pc:sldMk cId="2474974236" sldId="258"/>
            <ac:spMk id="48" creationId="{79FF0031-7F48-9930-711D-2350B5363A04}"/>
          </ac:spMkLst>
        </pc:spChg>
        <pc:spChg chg="add mod">
          <ac:chgData name="David Esteban González Rozo" userId="c5af7afe-d0c9-4ffd-9904-cfe4f4a2e2ee" providerId="ADAL" clId="{C55D0219-7F71-4096-AC69-2A466C5C4172}" dt="2024-05-04T20:11:24.917" v="169" actId="1076"/>
          <ac:spMkLst>
            <pc:docMk/>
            <pc:sldMk cId="2474974236" sldId="258"/>
            <ac:spMk id="50" creationId="{21BA2C79-79FA-460F-F22E-628F677FD1F0}"/>
          </ac:spMkLst>
        </pc:spChg>
        <pc:spChg chg="add del mod">
          <ac:chgData name="David Esteban González Rozo" userId="c5af7afe-d0c9-4ffd-9904-cfe4f4a2e2ee" providerId="ADAL" clId="{C55D0219-7F71-4096-AC69-2A466C5C4172}" dt="2024-05-04T23:16:13.187" v="4315" actId="478"/>
          <ac:spMkLst>
            <pc:docMk/>
            <pc:sldMk cId="2474974236" sldId="258"/>
            <ac:spMk id="51" creationId="{6C5755B8-BC9B-9BBD-DFA0-83A7F0136DBA}"/>
          </ac:spMkLst>
        </pc:spChg>
        <pc:spChg chg="add mod">
          <ac:chgData name="David Esteban González Rozo" userId="c5af7afe-d0c9-4ffd-9904-cfe4f4a2e2ee" providerId="ADAL" clId="{C55D0219-7F71-4096-AC69-2A466C5C4172}" dt="2024-05-04T23:16:22.322" v="4317" actId="1076"/>
          <ac:spMkLst>
            <pc:docMk/>
            <pc:sldMk cId="2474974236" sldId="258"/>
            <ac:spMk id="52" creationId="{B8016A31-72CE-3130-9689-B2D3BE876A20}"/>
          </ac:spMkLst>
        </pc:spChg>
        <pc:spChg chg="add mod">
          <ac:chgData name="David Esteban González Rozo" userId="c5af7afe-d0c9-4ffd-9904-cfe4f4a2e2ee" providerId="ADAL" clId="{C55D0219-7F71-4096-AC69-2A466C5C4172}" dt="2024-05-04T23:48:37.640" v="5579" actId="20577"/>
          <ac:spMkLst>
            <pc:docMk/>
            <pc:sldMk cId="2474974236" sldId="258"/>
            <ac:spMk id="53" creationId="{28B38745-3194-C6B1-2835-17147A39B1F2}"/>
          </ac:spMkLst>
        </pc:spChg>
        <pc:graphicFrameChg chg="mod modGraphic">
          <ac:chgData name="David Esteban González Rozo" userId="c5af7afe-d0c9-4ffd-9904-cfe4f4a2e2ee" providerId="ADAL" clId="{C55D0219-7F71-4096-AC69-2A466C5C4172}" dt="2024-05-04T20:16:28.615" v="313" actId="20577"/>
          <ac:graphicFrameMkLst>
            <pc:docMk/>
            <pc:sldMk cId="2474974236" sldId="258"/>
            <ac:graphicFrameMk id="13" creationId="{3F14CA74-DEA5-46B2-9C84-43AC000275C8}"/>
          </ac:graphicFrameMkLst>
        </pc:graphicFrameChg>
        <pc:cxnChg chg="mod">
          <ac:chgData name="David Esteban González Rozo" userId="c5af7afe-d0c9-4ffd-9904-cfe4f4a2e2ee" providerId="ADAL" clId="{C55D0219-7F71-4096-AC69-2A466C5C4172}" dt="2024-05-04T23:35:54.675" v="5355" actId="14100"/>
          <ac:cxnSpMkLst>
            <pc:docMk/>
            <pc:sldMk cId="2474974236" sldId="258"/>
            <ac:cxnSpMk id="29" creationId="{0B4FAB74-EBC0-44B0-AF3C-12346A1771AC}"/>
          </ac:cxnSpMkLst>
        </pc:cxnChg>
        <pc:cxnChg chg="mod">
          <ac:chgData name="David Esteban González Rozo" userId="c5af7afe-d0c9-4ffd-9904-cfe4f4a2e2ee" providerId="ADAL" clId="{C55D0219-7F71-4096-AC69-2A466C5C4172}" dt="2024-05-04T19:13:44.191" v="60" actId="20577"/>
          <ac:cxnSpMkLst>
            <pc:docMk/>
            <pc:sldMk cId="2474974236" sldId="258"/>
            <ac:cxnSpMk id="31" creationId="{A21AA19E-3A86-4E30-8535-B49499506112}"/>
          </ac:cxnSpMkLst>
        </pc:cxnChg>
        <pc:cxnChg chg="add mod">
          <ac:chgData name="David Esteban González Rozo" userId="c5af7afe-d0c9-4ffd-9904-cfe4f4a2e2ee" providerId="ADAL" clId="{C55D0219-7F71-4096-AC69-2A466C5C4172}" dt="2024-05-04T19:14:16.794" v="69" actId="14100"/>
          <ac:cxnSpMkLst>
            <pc:docMk/>
            <pc:sldMk cId="2474974236" sldId="258"/>
            <ac:cxnSpMk id="33" creationId="{495313B3-A2C2-CB9E-20D6-F5E905A89F0F}"/>
          </ac:cxnSpMkLst>
        </pc:cxnChg>
        <pc:cxnChg chg="mod">
          <ac:chgData name="David Esteban González Rozo" userId="c5af7afe-d0c9-4ffd-9904-cfe4f4a2e2ee" providerId="ADAL" clId="{C55D0219-7F71-4096-AC69-2A466C5C4172}" dt="2024-05-04T19:13:33.738" v="54" actId="14100"/>
          <ac:cxnSpMkLst>
            <pc:docMk/>
            <pc:sldMk cId="2474974236" sldId="258"/>
            <ac:cxnSpMk id="34" creationId="{92EC2B34-A087-4F26-8F01-4B01AFCE5049}"/>
          </ac:cxnSpMkLst>
        </pc:cxnChg>
        <pc:cxnChg chg="add mod">
          <ac:chgData name="David Esteban González Rozo" userId="c5af7afe-d0c9-4ffd-9904-cfe4f4a2e2ee" providerId="ADAL" clId="{C55D0219-7F71-4096-AC69-2A466C5C4172}" dt="2024-05-04T19:14:26.042" v="72" actId="14100"/>
          <ac:cxnSpMkLst>
            <pc:docMk/>
            <pc:sldMk cId="2474974236" sldId="258"/>
            <ac:cxnSpMk id="44" creationId="{CC62E171-F432-8BCA-4301-CA001AD9E80D}"/>
          </ac:cxnSpMkLst>
        </pc:cxnChg>
      </pc:sldChg>
      <pc:sldChg chg="new">
        <pc:chgData name="David Esteban González Rozo" userId="c5af7afe-d0c9-4ffd-9904-cfe4f4a2e2ee" providerId="ADAL" clId="{C55D0219-7F71-4096-AC69-2A466C5C4172}" dt="2024-05-04T21:13:18.024" v="898" actId="680"/>
        <pc:sldMkLst>
          <pc:docMk/>
          <pc:sldMk cId="648604316" sldId="260"/>
        </pc:sldMkLst>
      </pc:sldChg>
      <pc:sldChg chg="addSp delSp modSp add mod">
        <pc:chgData name="David Esteban González Rozo" userId="c5af7afe-d0c9-4ffd-9904-cfe4f4a2e2ee" providerId="ADAL" clId="{C55D0219-7F71-4096-AC69-2A466C5C4172}" dt="2024-05-05T02:10:04.908" v="6924"/>
        <pc:sldMkLst>
          <pc:docMk/>
          <pc:sldMk cId="909664918" sldId="261"/>
        </pc:sldMkLst>
        <pc:spChg chg="del mod">
          <ac:chgData name="David Esteban González Rozo" userId="c5af7afe-d0c9-4ffd-9904-cfe4f4a2e2ee" providerId="ADAL" clId="{C55D0219-7F71-4096-AC69-2A466C5C4172}" dt="2024-05-04T21:30:09.366" v="1475" actId="478"/>
          <ac:spMkLst>
            <pc:docMk/>
            <pc:sldMk cId="909664918" sldId="261"/>
            <ac:spMk id="6" creationId="{379AE72C-D8C9-887E-28FA-D890DFCA4C23}"/>
          </ac:spMkLst>
        </pc:spChg>
        <pc:spChg chg="del mod">
          <ac:chgData name="David Esteban González Rozo" userId="c5af7afe-d0c9-4ffd-9904-cfe4f4a2e2ee" providerId="ADAL" clId="{C55D0219-7F71-4096-AC69-2A466C5C4172}" dt="2024-05-04T21:30:15.680" v="1479" actId="478"/>
          <ac:spMkLst>
            <pc:docMk/>
            <pc:sldMk cId="909664918" sldId="261"/>
            <ac:spMk id="10" creationId="{A345412F-72E1-BB1F-E8F9-DA65F8FB6B3C}"/>
          </ac:spMkLst>
        </pc:spChg>
        <pc:spChg chg="mod">
          <ac:chgData name="David Esteban González Rozo" userId="c5af7afe-d0c9-4ffd-9904-cfe4f4a2e2ee" providerId="ADAL" clId="{C55D0219-7F71-4096-AC69-2A466C5C4172}" dt="2024-05-04T22:59:00.499" v="2977" actId="1076"/>
          <ac:spMkLst>
            <pc:docMk/>
            <pc:sldMk cId="909664918" sldId="261"/>
            <ac:spMk id="14" creationId="{0EFAA7FC-BD5B-465A-B560-49C9F7B4FFA8}"/>
          </ac:spMkLst>
        </pc:spChg>
        <pc:spChg chg="mod">
          <ac:chgData name="David Esteban González Rozo" userId="c5af7afe-d0c9-4ffd-9904-cfe4f4a2e2ee" providerId="ADAL" clId="{C55D0219-7F71-4096-AC69-2A466C5C4172}" dt="2024-05-05T02:08:29.974" v="6897"/>
          <ac:spMkLst>
            <pc:docMk/>
            <pc:sldMk cId="909664918" sldId="261"/>
            <ac:spMk id="17" creationId="{C4BD16C6-BD44-407F-8640-50369D8D62E3}"/>
          </ac:spMkLst>
        </pc:spChg>
        <pc:spChg chg="mod">
          <ac:chgData name="David Esteban González Rozo" userId="c5af7afe-d0c9-4ffd-9904-cfe4f4a2e2ee" providerId="ADAL" clId="{C55D0219-7F71-4096-AC69-2A466C5C4172}" dt="2024-05-05T02:09:45.781" v="6920"/>
          <ac:spMkLst>
            <pc:docMk/>
            <pc:sldMk cId="909664918" sldId="261"/>
            <ac:spMk id="19" creationId="{01D6731A-454E-4711-A25C-9BD175F8467C}"/>
          </ac:spMkLst>
        </pc:spChg>
        <pc:spChg chg="mod">
          <ac:chgData name="David Esteban González Rozo" userId="c5af7afe-d0c9-4ffd-9904-cfe4f4a2e2ee" providerId="ADAL" clId="{C55D0219-7F71-4096-AC69-2A466C5C4172}" dt="2024-05-05T02:10:04.908" v="6924"/>
          <ac:spMkLst>
            <pc:docMk/>
            <pc:sldMk cId="909664918" sldId="261"/>
            <ac:spMk id="21" creationId="{A84E6930-C86D-4852-BAC4-136AD4E64B6D}"/>
          </ac:spMkLst>
        </pc:spChg>
        <pc:spChg chg="add mod">
          <ac:chgData name="David Esteban González Rozo" userId="c5af7afe-d0c9-4ffd-9904-cfe4f4a2e2ee" providerId="ADAL" clId="{C55D0219-7F71-4096-AC69-2A466C5C4172}" dt="2024-05-05T00:06:33.760" v="6232" actId="115"/>
          <ac:spMkLst>
            <pc:docMk/>
            <pc:sldMk cId="909664918" sldId="261"/>
            <ac:spMk id="22" creationId="{3893804E-3FE2-D0E0-9FAA-836088D67B40}"/>
          </ac:spMkLst>
        </pc:spChg>
        <pc:spChg chg="mod">
          <ac:chgData name="David Esteban González Rozo" userId="c5af7afe-d0c9-4ffd-9904-cfe4f4a2e2ee" providerId="ADAL" clId="{C55D0219-7F71-4096-AC69-2A466C5C4172}" dt="2024-05-04T21:13:55.023" v="950" actId="20577"/>
          <ac:spMkLst>
            <pc:docMk/>
            <pc:sldMk cId="909664918" sldId="261"/>
            <ac:spMk id="25" creationId="{928F90DC-4343-42EA-BBE1-ACE619901D04}"/>
          </ac:spMkLst>
        </pc:spChg>
        <pc:spChg chg="add mod">
          <ac:chgData name="David Esteban González Rozo" userId="c5af7afe-d0c9-4ffd-9904-cfe4f4a2e2ee" providerId="ADAL" clId="{C55D0219-7F71-4096-AC69-2A466C5C4172}" dt="2024-05-04T23:09:56.397" v="3377" actId="20577"/>
          <ac:spMkLst>
            <pc:docMk/>
            <pc:sldMk cId="909664918" sldId="261"/>
            <ac:spMk id="28" creationId="{6C8E6B05-EE12-EB7F-221C-E048AA1B453E}"/>
          </ac:spMkLst>
        </pc:spChg>
        <pc:spChg chg="add mod">
          <ac:chgData name="David Esteban González Rozo" userId="c5af7afe-d0c9-4ffd-9904-cfe4f4a2e2ee" providerId="ADAL" clId="{C55D0219-7F71-4096-AC69-2A466C5C4172}" dt="2024-05-04T23:18:35.766" v="4580" actId="1076"/>
          <ac:spMkLst>
            <pc:docMk/>
            <pc:sldMk cId="909664918" sldId="261"/>
            <ac:spMk id="30" creationId="{5FBF1149-CB28-60DF-1904-3943218B2B89}"/>
          </ac:spMkLst>
        </pc:spChg>
        <pc:spChg chg="mod">
          <ac:chgData name="David Esteban González Rozo" userId="c5af7afe-d0c9-4ffd-9904-cfe4f4a2e2ee" providerId="ADAL" clId="{C55D0219-7F71-4096-AC69-2A466C5C4172}" dt="2024-05-04T23:17:07.378" v="4408" actId="1076"/>
          <ac:spMkLst>
            <pc:docMk/>
            <pc:sldMk cId="909664918" sldId="261"/>
            <ac:spMk id="37" creationId="{05B40C91-B437-7596-CD46-0C1E5DC3B102}"/>
          </ac:spMkLst>
        </pc:spChg>
        <pc:spChg chg="mod">
          <ac:chgData name="David Esteban González Rozo" userId="c5af7afe-d0c9-4ffd-9904-cfe4f4a2e2ee" providerId="ADAL" clId="{C55D0219-7F71-4096-AC69-2A466C5C4172}" dt="2024-05-04T23:07:26.961" v="3164" actId="1076"/>
          <ac:spMkLst>
            <pc:docMk/>
            <pc:sldMk cId="909664918" sldId="261"/>
            <ac:spMk id="39" creationId="{5195696B-65EF-483C-A3F2-4945B38AA765}"/>
          </ac:spMkLst>
        </pc:spChg>
        <pc:spChg chg="mod">
          <ac:chgData name="David Esteban González Rozo" userId="c5af7afe-d0c9-4ffd-9904-cfe4f4a2e2ee" providerId="ADAL" clId="{C55D0219-7F71-4096-AC69-2A466C5C4172}" dt="2024-05-04T23:30:55.719" v="5029" actId="20577"/>
          <ac:spMkLst>
            <pc:docMk/>
            <pc:sldMk cId="909664918" sldId="261"/>
            <ac:spMk id="40" creationId="{1D9FE385-056B-431C-A185-E0BE971120C1}"/>
          </ac:spMkLst>
        </pc:spChg>
        <pc:spChg chg="del mod">
          <ac:chgData name="David Esteban González Rozo" userId="c5af7afe-d0c9-4ffd-9904-cfe4f4a2e2ee" providerId="ADAL" clId="{C55D0219-7F71-4096-AC69-2A466C5C4172}" dt="2024-05-04T21:30:17.020" v="1480" actId="478"/>
          <ac:spMkLst>
            <pc:docMk/>
            <pc:sldMk cId="909664918" sldId="261"/>
            <ac:spMk id="47" creationId="{C31ADF19-E149-7683-F554-DC28FA772F45}"/>
          </ac:spMkLst>
        </pc:spChg>
        <pc:spChg chg="mod">
          <ac:chgData name="David Esteban González Rozo" userId="c5af7afe-d0c9-4ffd-9904-cfe4f4a2e2ee" providerId="ADAL" clId="{C55D0219-7F71-4096-AC69-2A466C5C4172}" dt="2024-05-04T23:17:30.811" v="4466" actId="14100"/>
          <ac:spMkLst>
            <pc:docMk/>
            <pc:sldMk cId="909664918" sldId="261"/>
            <ac:spMk id="48" creationId="{79FF0031-7F48-9930-711D-2350B5363A04}"/>
          </ac:spMkLst>
        </pc:spChg>
        <pc:spChg chg="del mod">
          <ac:chgData name="David Esteban González Rozo" userId="c5af7afe-d0c9-4ffd-9904-cfe4f4a2e2ee" providerId="ADAL" clId="{C55D0219-7F71-4096-AC69-2A466C5C4172}" dt="2024-05-04T21:19:36.227" v="1119" actId="478"/>
          <ac:spMkLst>
            <pc:docMk/>
            <pc:sldMk cId="909664918" sldId="261"/>
            <ac:spMk id="50" creationId="{21BA2C79-79FA-460F-F22E-628F677FD1F0}"/>
          </ac:spMkLst>
        </pc:spChg>
        <pc:graphicFrameChg chg="modGraphic">
          <ac:chgData name="David Esteban González Rozo" userId="c5af7afe-d0c9-4ffd-9904-cfe4f4a2e2ee" providerId="ADAL" clId="{C55D0219-7F71-4096-AC69-2A466C5C4172}" dt="2024-05-04T21:48:31.301" v="1969" actId="20577"/>
          <ac:graphicFrameMkLst>
            <pc:docMk/>
            <pc:sldMk cId="909664918" sldId="261"/>
            <ac:graphicFrameMk id="13" creationId="{3F14CA74-DEA5-46B2-9C84-43AC000275C8}"/>
          </ac:graphicFrameMkLst>
        </pc:graphicFrameChg>
        <pc:cxnChg chg="add del mod">
          <ac:chgData name="David Esteban González Rozo" userId="c5af7afe-d0c9-4ffd-9904-cfe4f4a2e2ee" providerId="ADAL" clId="{C55D0219-7F71-4096-AC69-2A466C5C4172}" dt="2024-05-04T21:30:10.409" v="1476" actId="478"/>
          <ac:cxnSpMkLst>
            <pc:docMk/>
            <pc:sldMk cId="909664918" sldId="261"/>
            <ac:cxnSpMk id="9" creationId="{12DE1AD5-E0F1-4A5E-8D96-B38545520DB6}"/>
          </ac:cxnSpMkLst>
        </pc:cxnChg>
        <pc:cxnChg chg="mod">
          <ac:chgData name="David Esteban González Rozo" userId="c5af7afe-d0c9-4ffd-9904-cfe4f4a2e2ee" providerId="ADAL" clId="{C55D0219-7F71-4096-AC69-2A466C5C4172}" dt="2024-05-05T02:09:27.634" v="6914" actId="1076"/>
          <ac:cxnSpMkLst>
            <pc:docMk/>
            <pc:sldMk cId="909664918" sldId="261"/>
            <ac:cxnSpMk id="23" creationId="{33D3D519-5734-49CA-B9D6-AEDCE61787A8}"/>
          </ac:cxnSpMkLst>
        </pc:cxnChg>
        <pc:cxnChg chg="mod">
          <ac:chgData name="David Esteban González Rozo" userId="c5af7afe-d0c9-4ffd-9904-cfe4f4a2e2ee" providerId="ADAL" clId="{C55D0219-7F71-4096-AC69-2A466C5C4172}" dt="2024-05-04T21:30:13.124" v="1478" actId="14100"/>
          <ac:cxnSpMkLst>
            <pc:docMk/>
            <pc:sldMk cId="909664918" sldId="261"/>
            <ac:cxnSpMk id="31" creationId="{A21AA19E-3A86-4E30-8535-B49499506112}"/>
          </ac:cxnSpMkLst>
        </pc:cxnChg>
        <pc:cxnChg chg="del mod">
          <ac:chgData name="David Esteban González Rozo" userId="c5af7afe-d0c9-4ffd-9904-cfe4f4a2e2ee" providerId="ADAL" clId="{C55D0219-7F71-4096-AC69-2A466C5C4172}" dt="2024-05-04T21:30:11.154" v="1477" actId="478"/>
          <ac:cxnSpMkLst>
            <pc:docMk/>
            <pc:sldMk cId="909664918" sldId="261"/>
            <ac:cxnSpMk id="33" creationId="{495313B3-A2C2-CB9E-20D6-F5E905A89F0F}"/>
          </ac:cxnSpMkLst>
        </pc:cxnChg>
        <pc:cxnChg chg="del mod">
          <ac:chgData name="David Esteban González Rozo" userId="c5af7afe-d0c9-4ffd-9904-cfe4f4a2e2ee" providerId="ADAL" clId="{C55D0219-7F71-4096-AC69-2A466C5C4172}" dt="2024-05-04T21:19:37.307" v="1120" actId="478"/>
          <ac:cxnSpMkLst>
            <pc:docMk/>
            <pc:sldMk cId="909664918" sldId="261"/>
            <ac:cxnSpMk id="44" creationId="{CC62E171-F432-8BCA-4301-CA001AD9E80D}"/>
          </ac:cxnSpMkLst>
        </pc:cxnChg>
      </pc:sldChg>
      <pc:sldChg chg="addSp delSp modSp add mod">
        <pc:chgData name="David Esteban González Rozo" userId="c5af7afe-d0c9-4ffd-9904-cfe4f4a2e2ee" providerId="ADAL" clId="{C55D0219-7F71-4096-AC69-2A466C5C4172}" dt="2024-05-05T02:40:41.951" v="6929" actId="20577"/>
        <pc:sldMkLst>
          <pc:docMk/>
          <pc:sldMk cId="1625699367" sldId="262"/>
        </pc:sldMkLst>
        <pc:spChg chg="add mod">
          <ac:chgData name="David Esteban González Rozo" userId="c5af7afe-d0c9-4ffd-9904-cfe4f4a2e2ee" providerId="ADAL" clId="{C55D0219-7F71-4096-AC69-2A466C5C4172}" dt="2024-05-04T23:20:28.993" v="4845" actId="1076"/>
          <ac:spMkLst>
            <pc:docMk/>
            <pc:sldMk cId="1625699367" sldId="262"/>
            <ac:spMk id="3" creationId="{028D9488-0FCF-7882-CFAB-FCEE36155F1F}"/>
          </ac:spMkLst>
        </pc:spChg>
        <pc:spChg chg="add mod">
          <ac:chgData name="David Esteban González Rozo" userId="c5af7afe-d0c9-4ffd-9904-cfe4f4a2e2ee" providerId="ADAL" clId="{C55D0219-7F71-4096-AC69-2A466C5C4172}" dt="2024-05-04T23:32:15.578" v="5076" actId="207"/>
          <ac:spMkLst>
            <pc:docMk/>
            <pc:sldMk cId="1625699367" sldId="262"/>
            <ac:spMk id="4" creationId="{9392511A-23CE-BB9C-6758-453EF3895BBB}"/>
          </ac:spMkLst>
        </pc:spChg>
        <pc:spChg chg="add mod">
          <ac:chgData name="David Esteban González Rozo" userId="c5af7afe-d0c9-4ffd-9904-cfe4f4a2e2ee" providerId="ADAL" clId="{C55D0219-7F71-4096-AC69-2A466C5C4172}" dt="2024-05-04T23:31:26.227" v="5032" actId="1076"/>
          <ac:spMkLst>
            <pc:docMk/>
            <pc:sldMk cId="1625699367" sldId="262"/>
            <ac:spMk id="5" creationId="{75020F2B-B8E4-167B-5EAD-C1A95A5F678B}"/>
          </ac:spMkLst>
        </pc:spChg>
        <pc:spChg chg="mod">
          <ac:chgData name="David Esteban González Rozo" userId="c5af7afe-d0c9-4ffd-9904-cfe4f4a2e2ee" providerId="ADAL" clId="{C55D0219-7F71-4096-AC69-2A466C5C4172}" dt="2024-05-04T23:18:45.185" v="4582" actId="1076"/>
          <ac:spMkLst>
            <pc:docMk/>
            <pc:sldMk cId="1625699367" sldId="262"/>
            <ac:spMk id="14" creationId="{0EFAA7FC-BD5B-465A-B560-49C9F7B4FFA8}"/>
          </ac:spMkLst>
        </pc:spChg>
        <pc:spChg chg="mod">
          <ac:chgData name="David Esteban González Rozo" userId="c5af7afe-d0c9-4ffd-9904-cfe4f4a2e2ee" providerId="ADAL" clId="{C55D0219-7F71-4096-AC69-2A466C5C4172}" dt="2024-05-05T02:08:32.862" v="6898"/>
          <ac:spMkLst>
            <pc:docMk/>
            <pc:sldMk cId="1625699367" sldId="262"/>
            <ac:spMk id="17" creationId="{C4BD16C6-BD44-407F-8640-50369D8D62E3}"/>
          </ac:spMkLst>
        </pc:spChg>
        <pc:spChg chg="mod">
          <ac:chgData name="David Esteban González Rozo" userId="c5af7afe-d0c9-4ffd-9904-cfe4f4a2e2ee" providerId="ADAL" clId="{C55D0219-7F71-4096-AC69-2A466C5C4172}" dt="2024-05-05T02:09:06.591" v="6910" actId="113"/>
          <ac:spMkLst>
            <pc:docMk/>
            <pc:sldMk cId="1625699367" sldId="262"/>
            <ac:spMk id="19" creationId="{01D6731A-454E-4711-A25C-9BD175F8467C}"/>
          </ac:spMkLst>
        </pc:spChg>
        <pc:spChg chg="mod">
          <ac:chgData name="David Esteban González Rozo" userId="c5af7afe-d0c9-4ffd-9904-cfe4f4a2e2ee" providerId="ADAL" clId="{C55D0219-7F71-4096-AC69-2A466C5C4172}" dt="2024-05-05T02:10:08.564" v="6925"/>
          <ac:spMkLst>
            <pc:docMk/>
            <pc:sldMk cId="1625699367" sldId="262"/>
            <ac:spMk id="21" creationId="{A84E6930-C86D-4852-BAC4-136AD4E64B6D}"/>
          </ac:spMkLst>
        </pc:spChg>
        <pc:spChg chg="del">
          <ac:chgData name="David Esteban González Rozo" userId="c5af7afe-d0c9-4ffd-9904-cfe4f4a2e2ee" providerId="ADAL" clId="{C55D0219-7F71-4096-AC69-2A466C5C4172}" dt="2024-05-04T21:53:17.291" v="2156" actId="478"/>
          <ac:spMkLst>
            <pc:docMk/>
            <pc:sldMk cId="1625699367" sldId="262"/>
            <ac:spMk id="22" creationId="{3893804E-3FE2-D0E0-9FAA-836088D67B40}"/>
          </ac:spMkLst>
        </pc:spChg>
        <pc:spChg chg="mod">
          <ac:chgData name="David Esteban González Rozo" userId="c5af7afe-d0c9-4ffd-9904-cfe4f4a2e2ee" providerId="ADAL" clId="{C55D0219-7F71-4096-AC69-2A466C5C4172}" dt="2024-05-04T21:47:37.076" v="1938" actId="20577"/>
          <ac:spMkLst>
            <pc:docMk/>
            <pc:sldMk cId="1625699367" sldId="262"/>
            <ac:spMk id="25" creationId="{928F90DC-4343-42EA-BBE1-ACE619901D04}"/>
          </ac:spMkLst>
        </pc:spChg>
        <pc:spChg chg="mod">
          <ac:chgData name="David Esteban González Rozo" userId="c5af7afe-d0c9-4ffd-9904-cfe4f4a2e2ee" providerId="ADAL" clId="{C55D0219-7F71-4096-AC69-2A466C5C4172}" dt="2024-05-04T23:21:28.506" v="4935" actId="20577"/>
          <ac:spMkLst>
            <pc:docMk/>
            <pc:sldMk cId="1625699367" sldId="262"/>
            <ac:spMk id="37" creationId="{05B40C91-B437-7596-CD46-0C1E5DC3B102}"/>
          </ac:spMkLst>
        </pc:spChg>
        <pc:spChg chg="mod">
          <ac:chgData name="David Esteban González Rozo" userId="c5af7afe-d0c9-4ffd-9904-cfe4f4a2e2ee" providerId="ADAL" clId="{C55D0219-7F71-4096-AC69-2A466C5C4172}" dt="2024-05-05T02:40:41.951" v="6929" actId="20577"/>
          <ac:spMkLst>
            <pc:docMk/>
            <pc:sldMk cId="1625699367" sldId="262"/>
            <ac:spMk id="39" creationId="{5195696B-65EF-483C-A3F2-4945B38AA765}"/>
          </ac:spMkLst>
        </pc:spChg>
        <pc:spChg chg="mod">
          <ac:chgData name="David Esteban González Rozo" userId="c5af7afe-d0c9-4ffd-9904-cfe4f4a2e2ee" providerId="ADAL" clId="{C55D0219-7F71-4096-AC69-2A466C5C4172}" dt="2024-05-05T02:40:38.284" v="6928" actId="20577"/>
          <ac:spMkLst>
            <pc:docMk/>
            <pc:sldMk cId="1625699367" sldId="262"/>
            <ac:spMk id="40" creationId="{1D9FE385-056B-431C-A185-E0BE971120C1}"/>
          </ac:spMkLst>
        </pc:spChg>
        <pc:spChg chg="del">
          <ac:chgData name="David Esteban González Rozo" userId="c5af7afe-d0c9-4ffd-9904-cfe4f4a2e2ee" providerId="ADAL" clId="{C55D0219-7F71-4096-AC69-2A466C5C4172}" dt="2024-05-04T21:49:51.374" v="2020" actId="478"/>
          <ac:spMkLst>
            <pc:docMk/>
            <pc:sldMk cId="1625699367" sldId="262"/>
            <ac:spMk id="48" creationId="{79FF0031-7F48-9930-711D-2350B5363A04}"/>
          </ac:spMkLst>
        </pc:spChg>
        <pc:graphicFrameChg chg="modGraphic">
          <ac:chgData name="David Esteban González Rozo" userId="c5af7afe-d0c9-4ffd-9904-cfe4f4a2e2ee" providerId="ADAL" clId="{C55D0219-7F71-4096-AC69-2A466C5C4172}" dt="2024-05-04T22:02:36.787" v="2606" actId="20577"/>
          <ac:graphicFrameMkLst>
            <pc:docMk/>
            <pc:sldMk cId="1625699367" sldId="262"/>
            <ac:graphicFrameMk id="13" creationId="{3F14CA74-DEA5-46B2-9C84-43AC000275C8}"/>
          </ac:graphicFrameMkLst>
        </pc:graphicFrameChg>
      </pc:sldChg>
      <pc:sldChg chg="addSp delSp modSp add mod">
        <pc:chgData name="David Esteban González Rozo" userId="c5af7afe-d0c9-4ffd-9904-cfe4f4a2e2ee" providerId="ADAL" clId="{C55D0219-7F71-4096-AC69-2A466C5C4172}" dt="2024-05-05T03:55:39.158" v="7075" actId="20577"/>
        <pc:sldMkLst>
          <pc:docMk/>
          <pc:sldMk cId="3962723933" sldId="263"/>
        </pc:sldMkLst>
        <pc:spChg chg="del">
          <ac:chgData name="David Esteban González Rozo" userId="c5af7afe-d0c9-4ffd-9904-cfe4f4a2e2ee" providerId="ADAL" clId="{C55D0219-7F71-4096-AC69-2A466C5C4172}" dt="2024-05-04T23:52:20.328" v="5615" actId="478"/>
          <ac:spMkLst>
            <pc:docMk/>
            <pc:sldMk cId="3962723933" sldId="263"/>
            <ac:spMk id="3" creationId="{028D9488-0FCF-7882-CFAB-FCEE36155F1F}"/>
          </ac:spMkLst>
        </pc:spChg>
        <pc:spChg chg="del">
          <ac:chgData name="David Esteban González Rozo" userId="c5af7afe-d0c9-4ffd-9904-cfe4f4a2e2ee" providerId="ADAL" clId="{C55D0219-7F71-4096-AC69-2A466C5C4172}" dt="2024-05-04T23:52:17.038" v="5614" actId="478"/>
          <ac:spMkLst>
            <pc:docMk/>
            <pc:sldMk cId="3962723933" sldId="263"/>
            <ac:spMk id="4" creationId="{9392511A-23CE-BB9C-6758-453EF3895BBB}"/>
          </ac:spMkLst>
        </pc:spChg>
        <pc:spChg chg="del mod">
          <ac:chgData name="David Esteban González Rozo" userId="c5af7afe-d0c9-4ffd-9904-cfe4f4a2e2ee" providerId="ADAL" clId="{C55D0219-7F71-4096-AC69-2A466C5C4172}" dt="2024-05-05T00:15:47.553" v="6370" actId="478"/>
          <ac:spMkLst>
            <pc:docMk/>
            <pc:sldMk cId="3962723933" sldId="263"/>
            <ac:spMk id="5" creationId="{75020F2B-B8E4-167B-5EAD-C1A95A5F678B}"/>
          </ac:spMkLst>
        </pc:spChg>
        <pc:spChg chg="add mod">
          <ac:chgData name="David Esteban González Rozo" userId="c5af7afe-d0c9-4ffd-9904-cfe4f4a2e2ee" providerId="ADAL" clId="{C55D0219-7F71-4096-AC69-2A466C5C4172}" dt="2024-05-05T00:09:38.528" v="6271" actId="1076"/>
          <ac:spMkLst>
            <pc:docMk/>
            <pc:sldMk cId="3962723933" sldId="263"/>
            <ac:spMk id="9" creationId="{36C6438C-15D4-56BA-9940-2FB20F0262F9}"/>
          </ac:spMkLst>
        </pc:spChg>
        <pc:spChg chg="add mod">
          <ac:chgData name="David Esteban González Rozo" userId="c5af7afe-d0c9-4ffd-9904-cfe4f4a2e2ee" providerId="ADAL" clId="{C55D0219-7F71-4096-AC69-2A466C5C4172}" dt="2024-05-05T00:14:59.055" v="6364" actId="1076"/>
          <ac:spMkLst>
            <pc:docMk/>
            <pc:sldMk cId="3962723933" sldId="263"/>
            <ac:spMk id="10" creationId="{FA7C0A5A-5118-16B2-F062-D5F78A06C797}"/>
          </ac:spMkLst>
        </pc:spChg>
        <pc:spChg chg="add mod">
          <ac:chgData name="David Esteban González Rozo" userId="c5af7afe-d0c9-4ffd-9904-cfe4f4a2e2ee" providerId="ADAL" clId="{C55D0219-7F71-4096-AC69-2A466C5C4172}" dt="2024-05-05T03:53:51.522" v="6935" actId="1076"/>
          <ac:spMkLst>
            <pc:docMk/>
            <pc:sldMk cId="3962723933" sldId="263"/>
            <ac:spMk id="11" creationId="{153CCB81-1CC0-051C-9D80-A5783CFE7DF7}"/>
          </ac:spMkLst>
        </pc:spChg>
        <pc:spChg chg="mod">
          <ac:chgData name="David Esteban González Rozo" userId="c5af7afe-d0c9-4ffd-9904-cfe4f4a2e2ee" providerId="ADAL" clId="{C55D0219-7F71-4096-AC69-2A466C5C4172}" dt="2024-05-05T00:27:53.462" v="6795" actId="1076"/>
          <ac:spMkLst>
            <pc:docMk/>
            <pc:sldMk cId="3962723933" sldId="263"/>
            <ac:spMk id="14" creationId="{0EFAA7FC-BD5B-465A-B560-49C9F7B4FFA8}"/>
          </ac:spMkLst>
        </pc:spChg>
        <pc:spChg chg="mod">
          <ac:chgData name="David Esteban González Rozo" userId="c5af7afe-d0c9-4ffd-9904-cfe4f4a2e2ee" providerId="ADAL" clId="{C55D0219-7F71-4096-AC69-2A466C5C4172}" dt="2024-05-05T02:08:35.741" v="6899"/>
          <ac:spMkLst>
            <pc:docMk/>
            <pc:sldMk cId="3962723933" sldId="263"/>
            <ac:spMk id="17" creationId="{C4BD16C6-BD44-407F-8640-50369D8D62E3}"/>
          </ac:spMkLst>
        </pc:spChg>
        <pc:spChg chg="mod">
          <ac:chgData name="David Esteban González Rozo" userId="c5af7afe-d0c9-4ffd-9904-cfe4f4a2e2ee" providerId="ADAL" clId="{C55D0219-7F71-4096-AC69-2A466C5C4172}" dt="2024-05-05T02:08:47.476" v="6901" actId="207"/>
          <ac:spMkLst>
            <pc:docMk/>
            <pc:sldMk cId="3962723933" sldId="263"/>
            <ac:spMk id="19" creationId="{01D6731A-454E-4711-A25C-9BD175F8467C}"/>
          </ac:spMkLst>
        </pc:spChg>
        <pc:spChg chg="mod">
          <ac:chgData name="David Esteban González Rozo" userId="c5af7afe-d0c9-4ffd-9904-cfe4f4a2e2ee" providerId="ADAL" clId="{C55D0219-7F71-4096-AC69-2A466C5C4172}" dt="2024-05-05T02:10:15.696" v="6926"/>
          <ac:spMkLst>
            <pc:docMk/>
            <pc:sldMk cId="3962723933" sldId="263"/>
            <ac:spMk id="21" creationId="{A84E6930-C86D-4852-BAC4-136AD4E64B6D}"/>
          </ac:spMkLst>
        </pc:spChg>
        <pc:spChg chg="mod">
          <ac:chgData name="David Esteban González Rozo" userId="c5af7afe-d0c9-4ffd-9904-cfe4f4a2e2ee" providerId="ADAL" clId="{C55D0219-7F71-4096-AC69-2A466C5C4172}" dt="2024-05-05T00:28:00.830" v="6796" actId="1076"/>
          <ac:spMkLst>
            <pc:docMk/>
            <pc:sldMk cId="3962723933" sldId="263"/>
            <ac:spMk id="25" creationId="{928F90DC-4343-42EA-BBE1-ACE619901D04}"/>
          </ac:spMkLst>
        </pc:spChg>
        <pc:spChg chg="mod">
          <ac:chgData name="David Esteban González Rozo" userId="c5af7afe-d0c9-4ffd-9904-cfe4f4a2e2ee" providerId="ADAL" clId="{C55D0219-7F71-4096-AC69-2A466C5C4172}" dt="2024-05-04T23:52:07.771" v="5611" actId="1076"/>
          <ac:spMkLst>
            <pc:docMk/>
            <pc:sldMk cId="3962723933" sldId="263"/>
            <ac:spMk id="26" creationId="{BF5C9BA3-7D8C-4F44-A204-44AC8796D8B4}"/>
          </ac:spMkLst>
        </pc:spChg>
        <pc:spChg chg="mod">
          <ac:chgData name="David Esteban González Rozo" userId="c5af7afe-d0c9-4ffd-9904-cfe4f4a2e2ee" providerId="ADAL" clId="{C55D0219-7F71-4096-AC69-2A466C5C4172}" dt="2024-05-04T23:52:34.417" v="5623" actId="1076"/>
          <ac:spMkLst>
            <pc:docMk/>
            <pc:sldMk cId="3962723933" sldId="263"/>
            <ac:spMk id="27" creationId="{ADFC668C-E09E-4524-87FA-BC55A59B76B6}"/>
          </ac:spMkLst>
        </pc:spChg>
        <pc:spChg chg="add del">
          <ac:chgData name="David Esteban González Rozo" userId="c5af7afe-d0c9-4ffd-9904-cfe4f4a2e2ee" providerId="ADAL" clId="{C55D0219-7F71-4096-AC69-2A466C5C4172}" dt="2024-05-04T23:55:26.044" v="5909" actId="22"/>
          <ac:spMkLst>
            <pc:docMk/>
            <pc:sldMk cId="3962723933" sldId="263"/>
            <ac:spMk id="28" creationId="{7FE1361F-0EF4-35AA-0E6F-59A79E092E7C}"/>
          </ac:spMkLst>
        </pc:spChg>
        <pc:spChg chg="add mod">
          <ac:chgData name="David Esteban González Rozo" userId="c5af7afe-d0c9-4ffd-9904-cfe4f4a2e2ee" providerId="ADAL" clId="{C55D0219-7F71-4096-AC69-2A466C5C4172}" dt="2024-05-05T00:25:43.934" v="6544" actId="1076"/>
          <ac:spMkLst>
            <pc:docMk/>
            <pc:sldMk cId="3962723933" sldId="263"/>
            <ac:spMk id="32" creationId="{271E7CF3-6E6D-7155-025D-5DECAB5F7FE7}"/>
          </ac:spMkLst>
        </pc:spChg>
        <pc:spChg chg="add mod">
          <ac:chgData name="David Esteban González Rozo" userId="c5af7afe-d0c9-4ffd-9904-cfe4f4a2e2ee" providerId="ADAL" clId="{C55D0219-7F71-4096-AC69-2A466C5C4172}" dt="2024-05-05T00:17:26.763" v="6447" actId="20577"/>
          <ac:spMkLst>
            <pc:docMk/>
            <pc:sldMk cId="3962723933" sldId="263"/>
            <ac:spMk id="33" creationId="{C7753FC4-3076-149C-5133-8B40F910562C}"/>
          </ac:spMkLst>
        </pc:spChg>
        <pc:spChg chg="del">
          <ac:chgData name="David Esteban González Rozo" userId="c5af7afe-d0c9-4ffd-9904-cfe4f4a2e2ee" providerId="ADAL" clId="{C55D0219-7F71-4096-AC69-2A466C5C4172}" dt="2024-05-04T23:52:22" v="5616" actId="478"/>
          <ac:spMkLst>
            <pc:docMk/>
            <pc:sldMk cId="3962723933" sldId="263"/>
            <ac:spMk id="37" creationId="{05B40C91-B437-7596-CD46-0C1E5DC3B102}"/>
          </ac:spMkLst>
        </pc:spChg>
        <pc:spChg chg="mod">
          <ac:chgData name="David Esteban González Rozo" userId="c5af7afe-d0c9-4ffd-9904-cfe4f4a2e2ee" providerId="ADAL" clId="{C55D0219-7F71-4096-AC69-2A466C5C4172}" dt="2024-05-05T00:28:42.268" v="6808" actId="20577"/>
          <ac:spMkLst>
            <pc:docMk/>
            <pc:sldMk cId="3962723933" sldId="263"/>
            <ac:spMk id="39" creationId="{5195696B-65EF-483C-A3F2-4945B38AA765}"/>
          </ac:spMkLst>
        </pc:spChg>
        <pc:spChg chg="mod">
          <ac:chgData name="David Esteban González Rozo" userId="c5af7afe-d0c9-4ffd-9904-cfe4f4a2e2ee" providerId="ADAL" clId="{C55D0219-7F71-4096-AC69-2A466C5C4172}" dt="2024-05-05T00:03:44.527" v="6140" actId="1076"/>
          <ac:spMkLst>
            <pc:docMk/>
            <pc:sldMk cId="3962723933" sldId="263"/>
            <ac:spMk id="40" creationId="{1D9FE385-056B-431C-A185-E0BE971120C1}"/>
          </ac:spMkLst>
        </pc:spChg>
        <pc:spChg chg="add mod">
          <ac:chgData name="David Esteban González Rozo" userId="c5af7afe-d0c9-4ffd-9904-cfe4f4a2e2ee" providerId="ADAL" clId="{C55D0219-7F71-4096-AC69-2A466C5C4172}" dt="2024-05-05T00:17:36.152" v="6467" actId="1076"/>
          <ac:spMkLst>
            <pc:docMk/>
            <pc:sldMk cId="3962723933" sldId="263"/>
            <ac:spMk id="44" creationId="{A62E4CB5-2782-03B2-87F8-87674DA6B93E}"/>
          </ac:spMkLst>
        </pc:spChg>
        <pc:spChg chg="add del">
          <ac:chgData name="David Esteban González Rozo" userId="c5af7afe-d0c9-4ffd-9904-cfe4f4a2e2ee" providerId="ADAL" clId="{C55D0219-7F71-4096-AC69-2A466C5C4172}" dt="2024-05-05T00:07:47.666" v="6244" actId="22"/>
          <ac:spMkLst>
            <pc:docMk/>
            <pc:sldMk cId="3962723933" sldId="263"/>
            <ac:spMk id="50" creationId="{A6CDF2F6-C850-C565-0440-AFF2B50B8143}"/>
          </ac:spMkLst>
        </pc:spChg>
        <pc:spChg chg="add mod">
          <ac:chgData name="David Esteban González Rozo" userId="c5af7afe-d0c9-4ffd-9904-cfe4f4a2e2ee" providerId="ADAL" clId="{C55D0219-7F71-4096-AC69-2A466C5C4172}" dt="2024-05-05T03:53:58.012" v="6938" actId="1076"/>
          <ac:spMkLst>
            <pc:docMk/>
            <pc:sldMk cId="3962723933" sldId="263"/>
            <ac:spMk id="52" creationId="{B981ED9C-CD5D-CC8D-538B-C7D7337C49B4}"/>
          </ac:spMkLst>
        </pc:spChg>
        <pc:spChg chg="add mod">
          <ac:chgData name="David Esteban González Rozo" userId="c5af7afe-d0c9-4ffd-9904-cfe4f4a2e2ee" providerId="ADAL" clId="{C55D0219-7F71-4096-AC69-2A466C5C4172}" dt="2024-05-05T03:53:55.756" v="6937" actId="1076"/>
          <ac:spMkLst>
            <pc:docMk/>
            <pc:sldMk cId="3962723933" sldId="263"/>
            <ac:spMk id="57" creationId="{92B55DEC-F12F-F0F5-048F-935CCE80A45D}"/>
          </ac:spMkLst>
        </pc:spChg>
        <pc:spChg chg="add mod">
          <ac:chgData name="David Esteban González Rozo" userId="c5af7afe-d0c9-4ffd-9904-cfe4f4a2e2ee" providerId="ADAL" clId="{C55D0219-7F71-4096-AC69-2A466C5C4172}" dt="2024-05-05T00:20:06.210" v="6516" actId="207"/>
          <ac:spMkLst>
            <pc:docMk/>
            <pc:sldMk cId="3962723933" sldId="263"/>
            <ac:spMk id="75" creationId="{22D4ABDE-ADD9-8809-445A-004160C1808F}"/>
          </ac:spMkLst>
        </pc:spChg>
        <pc:spChg chg="add mod">
          <ac:chgData name="David Esteban González Rozo" userId="c5af7afe-d0c9-4ffd-9904-cfe4f4a2e2ee" providerId="ADAL" clId="{C55D0219-7F71-4096-AC69-2A466C5C4172}" dt="2024-05-05T00:13:47.143" v="6362" actId="1076"/>
          <ac:spMkLst>
            <pc:docMk/>
            <pc:sldMk cId="3962723933" sldId="263"/>
            <ac:spMk id="80" creationId="{87BEFD25-5A19-A492-310A-6C351436608C}"/>
          </ac:spMkLst>
        </pc:spChg>
        <pc:spChg chg="add del mod">
          <ac:chgData name="David Esteban González Rozo" userId="c5af7afe-d0c9-4ffd-9904-cfe4f4a2e2ee" providerId="ADAL" clId="{C55D0219-7F71-4096-AC69-2A466C5C4172}" dt="2024-05-05T00:25:19.569" v="6538" actId="478"/>
          <ac:spMkLst>
            <pc:docMk/>
            <pc:sldMk cId="3962723933" sldId="263"/>
            <ac:spMk id="82" creationId="{ED8D0587-A88C-6265-7F5A-BB9CBFC828CC}"/>
          </ac:spMkLst>
        </pc:spChg>
        <pc:spChg chg="add del">
          <ac:chgData name="David Esteban González Rozo" userId="c5af7afe-d0c9-4ffd-9904-cfe4f4a2e2ee" providerId="ADAL" clId="{C55D0219-7F71-4096-AC69-2A466C5C4172}" dt="2024-05-05T00:17:02.625" v="6432" actId="22"/>
          <ac:spMkLst>
            <pc:docMk/>
            <pc:sldMk cId="3962723933" sldId="263"/>
            <ac:spMk id="89" creationId="{17A55516-77D1-3827-0CE2-D51218952FC7}"/>
          </ac:spMkLst>
        </pc:spChg>
        <pc:spChg chg="add del">
          <ac:chgData name="David Esteban González Rozo" userId="c5af7afe-d0c9-4ffd-9904-cfe4f4a2e2ee" providerId="ADAL" clId="{C55D0219-7F71-4096-AC69-2A466C5C4172}" dt="2024-05-05T00:17:11.794" v="6434" actId="22"/>
          <ac:spMkLst>
            <pc:docMk/>
            <pc:sldMk cId="3962723933" sldId="263"/>
            <ac:spMk id="91" creationId="{EE12B917-81F2-103E-5ABF-8B7BC27F31C8}"/>
          </ac:spMkLst>
        </pc:spChg>
        <pc:spChg chg="add del mod">
          <ac:chgData name="David Esteban González Rozo" userId="c5af7afe-d0c9-4ffd-9904-cfe4f4a2e2ee" providerId="ADAL" clId="{C55D0219-7F71-4096-AC69-2A466C5C4172}" dt="2024-05-05T00:19:06.050" v="6496" actId="478"/>
          <ac:spMkLst>
            <pc:docMk/>
            <pc:sldMk cId="3962723933" sldId="263"/>
            <ac:spMk id="92" creationId="{27886DC3-4EAF-477A-7B76-1FA15E6EE343}"/>
          </ac:spMkLst>
        </pc:spChg>
        <pc:spChg chg="add del">
          <ac:chgData name="David Esteban González Rozo" userId="c5af7afe-d0c9-4ffd-9904-cfe4f4a2e2ee" providerId="ADAL" clId="{C55D0219-7F71-4096-AC69-2A466C5C4172}" dt="2024-05-05T00:18:53.950" v="6493" actId="22"/>
          <ac:spMkLst>
            <pc:docMk/>
            <pc:sldMk cId="3962723933" sldId="263"/>
            <ac:spMk id="105" creationId="{732EC9E6-5D8C-E6B7-E728-FE45DD94DD19}"/>
          </ac:spMkLst>
        </pc:spChg>
        <pc:spChg chg="add mod">
          <ac:chgData name="David Esteban González Rozo" userId="c5af7afe-d0c9-4ffd-9904-cfe4f4a2e2ee" providerId="ADAL" clId="{C55D0219-7F71-4096-AC69-2A466C5C4172}" dt="2024-05-05T00:19:19.103" v="6501" actId="14100"/>
          <ac:spMkLst>
            <pc:docMk/>
            <pc:sldMk cId="3962723933" sldId="263"/>
            <ac:spMk id="106" creationId="{D2BCB9CA-4EA6-B481-01AE-192B8A2F35A3}"/>
          </ac:spMkLst>
        </pc:spChg>
        <pc:spChg chg="add mod">
          <ac:chgData name="David Esteban González Rozo" userId="c5af7afe-d0c9-4ffd-9904-cfe4f4a2e2ee" providerId="ADAL" clId="{C55D0219-7F71-4096-AC69-2A466C5C4172}" dt="2024-05-05T00:25:32.098" v="6543" actId="1076"/>
          <ac:spMkLst>
            <pc:docMk/>
            <pc:sldMk cId="3962723933" sldId="263"/>
            <ac:spMk id="107" creationId="{5DCFD642-4288-3970-A020-C7F6469DAFDC}"/>
          </ac:spMkLst>
        </pc:spChg>
        <pc:spChg chg="add del mod">
          <ac:chgData name="David Esteban González Rozo" userId="c5af7afe-d0c9-4ffd-9904-cfe4f4a2e2ee" providerId="ADAL" clId="{C55D0219-7F71-4096-AC69-2A466C5C4172}" dt="2024-05-05T00:24:49.996" v="6533" actId="478"/>
          <ac:spMkLst>
            <pc:docMk/>
            <pc:sldMk cId="3962723933" sldId="263"/>
            <ac:spMk id="116" creationId="{AF7FAC3B-3802-988E-F309-18B2882371B8}"/>
          </ac:spMkLst>
        </pc:spChg>
        <pc:graphicFrameChg chg="mod modGraphic">
          <ac:chgData name="David Esteban González Rozo" userId="c5af7afe-d0c9-4ffd-9904-cfe4f4a2e2ee" providerId="ADAL" clId="{C55D0219-7F71-4096-AC69-2A466C5C4172}" dt="2024-05-05T03:55:39.158" v="7075" actId="20577"/>
          <ac:graphicFrameMkLst>
            <pc:docMk/>
            <pc:sldMk cId="3962723933" sldId="263"/>
            <ac:graphicFrameMk id="13" creationId="{3F14CA74-DEA5-46B2-9C84-43AC000275C8}"/>
          </ac:graphicFrameMkLst>
        </pc:graphicFrameChg>
        <pc:cxnChg chg="mod">
          <ac:chgData name="David Esteban González Rozo" userId="c5af7afe-d0c9-4ffd-9904-cfe4f4a2e2ee" providerId="ADAL" clId="{C55D0219-7F71-4096-AC69-2A466C5C4172}" dt="2024-05-04T23:52:34.417" v="5623" actId="1076"/>
          <ac:cxnSpMkLst>
            <pc:docMk/>
            <pc:sldMk cId="3962723933" sldId="263"/>
            <ac:cxnSpMk id="29" creationId="{0B4FAB74-EBC0-44B0-AF3C-12346A1771AC}"/>
          </ac:cxnSpMkLst>
        </pc:cxnChg>
        <pc:cxnChg chg="del mod">
          <ac:chgData name="David Esteban González Rozo" userId="c5af7afe-d0c9-4ffd-9904-cfe4f4a2e2ee" providerId="ADAL" clId="{C55D0219-7F71-4096-AC69-2A466C5C4172}" dt="2024-05-04T23:52:14.341" v="5613" actId="478"/>
          <ac:cxnSpMkLst>
            <pc:docMk/>
            <pc:sldMk cId="3962723933" sldId="263"/>
            <ac:cxnSpMk id="31" creationId="{A21AA19E-3A86-4E30-8535-B49499506112}"/>
          </ac:cxnSpMkLst>
        </pc:cxnChg>
        <pc:cxnChg chg="mod">
          <ac:chgData name="David Esteban González Rozo" userId="c5af7afe-d0c9-4ffd-9904-cfe4f4a2e2ee" providerId="ADAL" clId="{C55D0219-7F71-4096-AC69-2A466C5C4172}" dt="2024-05-05T03:53:51.522" v="6935" actId="1076"/>
          <ac:cxnSpMkLst>
            <pc:docMk/>
            <pc:sldMk cId="3962723933" sldId="263"/>
            <ac:cxnSpMk id="34" creationId="{92EC2B34-A087-4F26-8F01-4B01AFCE5049}"/>
          </ac:cxnSpMkLst>
        </pc:cxnChg>
        <pc:cxnChg chg="add mod">
          <ac:chgData name="David Esteban González Rozo" userId="c5af7afe-d0c9-4ffd-9904-cfe4f4a2e2ee" providerId="ADAL" clId="{C55D0219-7F71-4096-AC69-2A466C5C4172}" dt="2024-05-05T00:09:38.528" v="6271" actId="1076"/>
          <ac:cxnSpMkLst>
            <pc:docMk/>
            <pc:sldMk cId="3962723933" sldId="263"/>
            <ac:cxnSpMk id="35" creationId="{43B12DAD-4ADF-537E-7094-841DCD35883C}"/>
          </ac:cxnSpMkLst>
        </pc:cxnChg>
        <pc:cxnChg chg="mod">
          <ac:chgData name="David Esteban González Rozo" userId="c5af7afe-d0c9-4ffd-9904-cfe4f4a2e2ee" providerId="ADAL" clId="{C55D0219-7F71-4096-AC69-2A466C5C4172}" dt="2024-05-04T23:52:07.771" v="5611" actId="1076"/>
          <ac:cxnSpMkLst>
            <pc:docMk/>
            <pc:sldMk cId="3962723933" sldId="263"/>
            <ac:cxnSpMk id="38" creationId="{C45853BA-E726-3302-E4F7-A2D63AC40AC3}"/>
          </ac:cxnSpMkLst>
        </pc:cxnChg>
        <pc:cxnChg chg="mod">
          <ac:chgData name="David Esteban González Rozo" userId="c5af7afe-d0c9-4ffd-9904-cfe4f4a2e2ee" providerId="ADAL" clId="{C55D0219-7F71-4096-AC69-2A466C5C4172}" dt="2024-05-04T23:52:05.176" v="5610" actId="1076"/>
          <ac:cxnSpMkLst>
            <pc:docMk/>
            <pc:sldMk cId="3962723933" sldId="263"/>
            <ac:cxnSpMk id="41" creationId="{47C31504-904B-4531-B243-11EEF2B68D67}"/>
          </ac:cxnSpMkLst>
        </pc:cxnChg>
        <pc:cxnChg chg="add mod">
          <ac:chgData name="David Esteban González Rozo" userId="c5af7afe-d0c9-4ffd-9904-cfe4f4a2e2ee" providerId="ADAL" clId="{C55D0219-7F71-4096-AC69-2A466C5C4172}" dt="2024-05-05T03:53:51.522" v="6935" actId="1076"/>
          <ac:cxnSpMkLst>
            <pc:docMk/>
            <pc:sldMk cId="3962723933" sldId="263"/>
            <ac:cxnSpMk id="54" creationId="{63DB133D-D43B-49F9-526D-274757A71AA1}"/>
          </ac:cxnSpMkLst>
        </pc:cxnChg>
        <pc:cxnChg chg="add mod">
          <ac:chgData name="David Esteban González Rozo" userId="c5af7afe-d0c9-4ffd-9904-cfe4f4a2e2ee" providerId="ADAL" clId="{C55D0219-7F71-4096-AC69-2A466C5C4172}" dt="2024-05-05T03:53:53.723" v="6936" actId="14100"/>
          <ac:cxnSpMkLst>
            <pc:docMk/>
            <pc:sldMk cId="3962723933" sldId="263"/>
            <ac:cxnSpMk id="58" creationId="{CE0D2CF2-9B75-4B3C-BB58-FFB38FA90BA3}"/>
          </ac:cxnSpMkLst>
        </pc:cxnChg>
        <pc:cxnChg chg="add mod">
          <ac:chgData name="David Esteban González Rozo" userId="c5af7afe-d0c9-4ffd-9904-cfe4f4a2e2ee" providerId="ADAL" clId="{C55D0219-7F71-4096-AC69-2A466C5C4172}" dt="2024-05-05T00:14:59.055" v="6364" actId="1076"/>
          <ac:cxnSpMkLst>
            <pc:docMk/>
            <pc:sldMk cId="3962723933" sldId="263"/>
            <ac:cxnSpMk id="70" creationId="{22CBFB5D-A22A-CCFE-BB67-A550097A0067}"/>
          </ac:cxnSpMkLst>
        </pc:cxnChg>
        <pc:cxnChg chg="add mod">
          <ac:chgData name="David Esteban González Rozo" userId="c5af7afe-d0c9-4ffd-9904-cfe4f4a2e2ee" providerId="ADAL" clId="{C55D0219-7F71-4096-AC69-2A466C5C4172}" dt="2024-05-05T00:13:30.631" v="6356" actId="14100"/>
          <ac:cxnSpMkLst>
            <pc:docMk/>
            <pc:sldMk cId="3962723933" sldId="263"/>
            <ac:cxnSpMk id="77" creationId="{23EE84D0-5A41-D6D7-16A3-3B89851F597B}"/>
          </ac:cxnSpMkLst>
        </pc:cxnChg>
        <pc:cxnChg chg="add mod">
          <ac:chgData name="David Esteban González Rozo" userId="c5af7afe-d0c9-4ffd-9904-cfe4f4a2e2ee" providerId="ADAL" clId="{C55D0219-7F71-4096-AC69-2A466C5C4172}" dt="2024-05-05T00:25:45.959" v="6545" actId="14100"/>
          <ac:cxnSpMkLst>
            <pc:docMk/>
            <pc:sldMk cId="3962723933" sldId="263"/>
            <ac:cxnSpMk id="83" creationId="{815156C5-7C01-150F-AFDC-69D756479AFD}"/>
          </ac:cxnSpMkLst>
        </pc:cxnChg>
        <pc:cxnChg chg="add mod">
          <ac:chgData name="David Esteban González Rozo" userId="c5af7afe-d0c9-4ffd-9904-cfe4f4a2e2ee" providerId="ADAL" clId="{C55D0219-7F71-4096-AC69-2A466C5C4172}" dt="2024-05-05T00:18:24.202" v="6487" actId="14100"/>
          <ac:cxnSpMkLst>
            <pc:docMk/>
            <pc:sldMk cId="3962723933" sldId="263"/>
            <ac:cxnSpMk id="93" creationId="{DB55C5B2-D4DE-E305-AA7D-181FBC0D9131}"/>
          </ac:cxnSpMkLst>
        </pc:cxnChg>
        <pc:cxnChg chg="add del mod">
          <ac:chgData name="David Esteban González Rozo" userId="c5af7afe-d0c9-4ffd-9904-cfe4f4a2e2ee" providerId="ADAL" clId="{C55D0219-7F71-4096-AC69-2A466C5C4172}" dt="2024-05-05T00:23:28.676" v="6522" actId="478"/>
          <ac:cxnSpMkLst>
            <pc:docMk/>
            <pc:sldMk cId="3962723933" sldId="263"/>
            <ac:cxnSpMk id="111" creationId="{460A51F7-99DC-E5D1-5295-42B33572AAFB}"/>
          </ac:cxnSpMkLst>
        </pc:cxnChg>
        <pc:cxnChg chg="add del mod">
          <ac:chgData name="David Esteban González Rozo" userId="c5af7afe-d0c9-4ffd-9904-cfe4f4a2e2ee" providerId="ADAL" clId="{C55D0219-7F71-4096-AC69-2A466C5C4172}" dt="2024-05-05T00:25:20.337" v="6539" actId="478"/>
          <ac:cxnSpMkLst>
            <pc:docMk/>
            <pc:sldMk cId="3962723933" sldId="263"/>
            <ac:cxnSpMk id="117" creationId="{67B06ED7-0073-4274-7F24-BFA03EADF3D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798B6C-5771-4C49-A2BD-B7D9F5E502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DE0314-76AB-47B2-9DEC-5315D4A3F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BA12F0-E815-47B1-A355-21659A5C5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1D896-4F2C-4CFB-8F61-621B258C2B4F}" type="datetimeFigureOut">
              <a:rPr lang="es-CO" smtClean="0"/>
              <a:t>4/05/2024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3116C1-C1B0-4F89-8689-4EEE59277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3898D4-B0E2-454C-BC64-1C4875F01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2A82-172A-403E-9475-7CB784B161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5347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467428-BA79-462B-A12F-9291ADD8D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BD00B1-57B0-4773-8D5D-B0193F95C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B2AC8D-8E59-4AC0-8309-D19D6F45B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1D896-4F2C-4CFB-8F61-621B258C2B4F}" type="datetimeFigureOut">
              <a:rPr lang="es-CO" smtClean="0"/>
              <a:t>4/05/2024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2227EE-DCAD-4B86-87FD-354BAC89F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E0C5EB-E57C-4A59-9114-C40E6D846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2A82-172A-403E-9475-7CB784B161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8430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F43975-419F-4817-8EA6-4E262DF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03ED44-4B80-49FA-8099-59944BA6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EE123B-BDAC-4921-A01A-36C5CBC1D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1D896-4F2C-4CFB-8F61-621B258C2B4F}" type="datetimeFigureOut">
              <a:rPr lang="es-CO" smtClean="0"/>
              <a:t>4/05/2024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C53C0D-C8F3-49A6-983A-30C816509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D64B29-7872-4E9D-86B9-FC5B9316E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2A82-172A-403E-9475-7CB784B161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9493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3A23C6-4EA7-4EBC-9961-B740EA269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661357-40DF-4E6A-9D30-1E9661940E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CFEB6A6-E920-4819-9E8F-EC1461806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40DB35-42E1-45B3-A9B5-D6798BA36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1D896-4F2C-4CFB-8F61-621B258C2B4F}" type="datetimeFigureOut">
              <a:rPr lang="es-CO" smtClean="0"/>
              <a:t>4/05/2024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449A4A6-B63F-4629-A3E6-8E4BE74FE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3C2A41E-F49F-4C6F-94A2-4FDE80C5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2A82-172A-403E-9475-7CB784B161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46385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1C665A-4748-4700-9759-7A786B609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9BF929-5586-4866-B81C-272BEA899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FCEBC9B-86E8-4A7B-8A43-CC999BC6A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9788C6B-C318-470E-8C43-6A22392CAC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D86293C-AF58-4960-993F-FECC4BAFA9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96EA0AF-BE04-44B6-BE2A-1F39B748B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1D896-4F2C-4CFB-8F61-621B258C2B4F}" type="datetimeFigureOut">
              <a:rPr lang="es-CO" smtClean="0"/>
              <a:t>4/05/2024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A9BA2DB-25A2-4633-B1C9-FBD912904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B6B621D-F175-4473-8681-EAD0A02C1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2A82-172A-403E-9475-7CB784B161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8553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EE89A8-FE41-4D99-8D89-ED4EC3DE7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1B9BDF-5001-4394-BEB2-47303333B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1D896-4F2C-4CFB-8F61-621B258C2B4F}" type="datetimeFigureOut">
              <a:rPr lang="es-CO" smtClean="0"/>
              <a:t>4/05/2024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5469F18-7612-42D4-9A9E-EF64E6993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FC486FA-0FC2-42E7-AD26-7590376F5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2A82-172A-403E-9475-7CB784B161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4151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7D2D7F1-95A0-4B76-A731-81E2D48FD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1D896-4F2C-4CFB-8F61-621B258C2B4F}" type="datetimeFigureOut">
              <a:rPr lang="es-CO" smtClean="0"/>
              <a:t>4/05/2024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D05BE3B-9CDE-4C3A-9098-A9505E6F3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461D5F-701D-4FF0-BC99-D79B5A164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2A82-172A-403E-9475-7CB784B161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756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D3BBC-C8FB-42D2-A71A-B574E2FDC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6C25E0-245C-4F40-BF6D-56624A63D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9F3A442-ECF9-4068-841C-7741BA266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0D40BDE-D981-4764-BC94-76F8D7426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1D896-4F2C-4CFB-8F61-621B258C2B4F}" type="datetimeFigureOut">
              <a:rPr lang="es-CO" smtClean="0"/>
              <a:t>4/05/2024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54E2A71-3091-4CE1-8A12-C63ED25F5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4E30ABC-34C4-472B-B38B-1DC567F72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2A82-172A-403E-9475-7CB784B161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2888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6FE09-1B02-464C-B822-1C4222C61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2EADDA1-ED26-4D76-AFFA-6D4204AB80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B8224B-A96C-42F4-B2AB-BE7072A262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B2B5B3-F3FE-4FC6-B934-B5FAC44B8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1D896-4F2C-4CFB-8F61-621B258C2B4F}" type="datetimeFigureOut">
              <a:rPr lang="es-CO" smtClean="0"/>
              <a:t>4/05/2024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673049-02B8-4A6A-BAA8-EE662ACF2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9E6A57E-9D18-4372-8777-FB445BE9C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2A82-172A-403E-9475-7CB784B161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0491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3D03E5-316C-4C93-9306-AB9EE5421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7CFB28C-B3FD-4521-B8D2-2D9F8C5C1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A8C60C-CF68-4EF8-BA33-C0A31047B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1D896-4F2C-4CFB-8F61-621B258C2B4F}" type="datetimeFigureOut">
              <a:rPr lang="es-CO" smtClean="0"/>
              <a:t>4/05/2024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C6EDC6-408D-4006-AF95-66AA25158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32C661-0804-4B7B-9CBB-0D1CF0AA4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2A82-172A-403E-9475-7CB784B161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5364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197EC44-0356-4DF8-96D8-825A7CDAD6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6949D72-CED9-41E5-9D1C-5892E707B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57EB54-833A-4C82-B299-ED7E5F43D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1D896-4F2C-4CFB-8F61-621B258C2B4F}" type="datetimeFigureOut">
              <a:rPr lang="es-CO" smtClean="0"/>
              <a:t>4/05/2024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1FBD93-49ED-4E5E-BAC8-BC7D69655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FF21B7-4BDF-44F8-83F1-DD5D9A7B5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2A82-172A-403E-9475-7CB784B161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557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D38860F-6E17-4988-975A-6F12E765E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6649B6E-9D72-424C-95C2-FEA596CE9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DF1F57-D889-45A2-8A74-A6FD9ACD73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61D896-4F2C-4CFB-8F61-621B258C2B4F}" type="datetimeFigureOut">
              <a:rPr lang="es-CO" smtClean="0"/>
              <a:t>4/05/2024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B3D13E-6C5E-420B-85E4-4D65303E2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6B48A9-EF70-4D71-993E-6576DFE521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EC2A82-172A-403E-9475-7CB784B161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33046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56FD29E-95A4-4F70-92CD-884A1F55A363}"/>
              </a:ext>
            </a:extLst>
          </p:cNvPr>
          <p:cNvSpPr/>
          <p:nvPr/>
        </p:nvSpPr>
        <p:spPr>
          <a:xfrm>
            <a:off x="355107" y="319594"/>
            <a:ext cx="11452194" cy="5619567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3F14CA74-DEA5-46B2-9C84-43AC000275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399026"/>
              </p:ext>
            </p:extLst>
          </p:nvPr>
        </p:nvGraphicFramePr>
        <p:xfrm>
          <a:off x="8457771" y="601604"/>
          <a:ext cx="3136242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78698">
                  <a:extLst>
                    <a:ext uri="{9D8B030D-6E8A-4147-A177-3AD203B41FA5}">
                      <a16:colId xmlns:a16="http://schemas.microsoft.com/office/drawing/2014/main" val="1746442920"/>
                    </a:ext>
                  </a:extLst>
                </a:gridCol>
                <a:gridCol w="2657544">
                  <a:extLst>
                    <a:ext uri="{9D8B030D-6E8A-4147-A177-3AD203B41FA5}">
                      <a16:colId xmlns:a16="http://schemas.microsoft.com/office/drawing/2014/main" val="3738230937"/>
                    </a:ext>
                  </a:extLst>
                </a:gridCol>
              </a:tblGrid>
              <a:tr h="232296"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ESTADOS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30913"/>
                  </a:ext>
                </a:extLst>
              </a:tr>
              <a:tr h="262133"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WAITING_SIGNAL</a:t>
                      </a:r>
                      <a:endParaRPr lang="es-CO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531467"/>
                  </a:ext>
                </a:extLst>
              </a:tr>
              <a:tr h="262133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1</a:t>
                      </a:r>
                      <a:endParaRPr lang="es-CO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RECEIVING_ALL_DATA</a:t>
                      </a:r>
                      <a:endParaRPr lang="es-CO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467625"/>
                  </a:ext>
                </a:extLst>
              </a:tr>
              <a:tr h="262133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2</a:t>
                      </a:r>
                      <a:endParaRPr lang="es-CO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/>
                        <a:t>ALL_PARAMETERS_SAVED</a:t>
                      </a:r>
                      <a:endParaRPr lang="es-CO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2820910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0EFAA7FC-BD5B-465A-B560-49C9F7B4FFA8}"/>
              </a:ext>
            </a:extLst>
          </p:cNvPr>
          <p:cNvSpPr txBox="1"/>
          <p:nvPr/>
        </p:nvSpPr>
        <p:spPr>
          <a:xfrm>
            <a:off x="8108037" y="4806817"/>
            <a:ext cx="3614347" cy="106182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050" b="1" dirty="0"/>
              <a:t>Breve descripción de la FSM: </a:t>
            </a:r>
          </a:p>
          <a:p>
            <a:r>
              <a:rPr lang="es-ES" sz="1050" dirty="0"/>
              <a:t>Esta FSM hace lectura del pin </a:t>
            </a:r>
            <a:r>
              <a:rPr lang="es-ES" sz="1050" dirty="0" err="1"/>
              <a:t>Rx</a:t>
            </a:r>
            <a:r>
              <a:rPr lang="es-ES" sz="1050" dirty="0"/>
              <a:t> al que llegan los comando por el puerto serial, y sigue el estado del puerto por si ha llegado información. Una vez guardado el dato completo se mira qué tipo de comando fue ingresado y se modifica en dado caso el modo de operación del control, o la velocidad de referencia.</a:t>
            </a:r>
            <a:endParaRPr lang="es-CO" sz="105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25951E8-E730-4197-BA3E-9DEF7E090E21}"/>
              </a:ext>
            </a:extLst>
          </p:cNvPr>
          <p:cNvSpPr/>
          <p:nvPr/>
        </p:nvSpPr>
        <p:spPr>
          <a:xfrm>
            <a:off x="355107" y="6012811"/>
            <a:ext cx="11452194" cy="608969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0DFAF5B-4FFF-4850-B12C-708812E12D3D}"/>
              </a:ext>
            </a:extLst>
          </p:cNvPr>
          <p:cNvCxnSpPr>
            <a:stCxn id="15" idx="1"/>
            <a:endCxn id="15" idx="3"/>
          </p:cNvCxnSpPr>
          <p:nvPr/>
        </p:nvCxnSpPr>
        <p:spPr>
          <a:xfrm>
            <a:off x="355107" y="6317296"/>
            <a:ext cx="1145219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4BD16C6-BD44-407F-8640-50369D8D62E3}"/>
              </a:ext>
            </a:extLst>
          </p:cNvPr>
          <p:cNvSpPr txBox="1"/>
          <p:nvPr/>
        </p:nvSpPr>
        <p:spPr>
          <a:xfrm>
            <a:off x="347516" y="6320826"/>
            <a:ext cx="51834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/>
              <a:t>Autores: </a:t>
            </a:r>
            <a:r>
              <a:rPr lang="es-CO" sz="1400" dirty="0"/>
              <a:t>Valeria </a:t>
            </a:r>
            <a:r>
              <a:rPr lang="es-CO" sz="1400" dirty="0" err="1"/>
              <a:t>Jimenez</a:t>
            </a:r>
            <a:r>
              <a:rPr lang="es-CO" sz="1400" dirty="0"/>
              <a:t>, Jerónimo Rueda &amp; David Esteban González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1D6731A-454E-4711-A25C-9BD175F8467C}"/>
              </a:ext>
            </a:extLst>
          </p:cNvPr>
          <p:cNvSpPr txBox="1"/>
          <p:nvPr/>
        </p:nvSpPr>
        <p:spPr>
          <a:xfrm>
            <a:off x="6577937" y="6320826"/>
            <a:ext cx="20821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/>
              <a:t>FSM: </a:t>
            </a:r>
            <a:r>
              <a:rPr lang="es-CO" sz="1400" dirty="0"/>
              <a:t>PWM_READER_FSM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FB34EE2-233B-4F07-8DE5-A01489CE3EF8}"/>
              </a:ext>
            </a:extLst>
          </p:cNvPr>
          <p:cNvSpPr txBox="1"/>
          <p:nvPr/>
        </p:nvSpPr>
        <p:spPr>
          <a:xfrm>
            <a:off x="3331159" y="6028966"/>
            <a:ext cx="5355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i="1" dirty="0"/>
              <a:t>Facultad de ingeniería – Pontificia Universidad Javeriana – Bogotá D.C</a:t>
            </a:r>
            <a:endParaRPr lang="es-CO" sz="1400" i="1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84E6930-C86D-4852-BAC4-136AD4E64B6D}"/>
              </a:ext>
            </a:extLst>
          </p:cNvPr>
          <p:cNvSpPr txBox="1"/>
          <p:nvPr/>
        </p:nvSpPr>
        <p:spPr>
          <a:xfrm>
            <a:off x="8770620" y="6307622"/>
            <a:ext cx="1864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/>
              <a:t>Fecha: 4</a:t>
            </a:r>
            <a:r>
              <a:rPr lang="es-CO" sz="1400" dirty="0"/>
              <a:t> de mayo 2024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33D3D519-5734-49CA-B9D6-AEDCE61787A8}"/>
              </a:ext>
            </a:extLst>
          </p:cNvPr>
          <p:cNvCxnSpPr/>
          <p:nvPr/>
        </p:nvCxnSpPr>
        <p:spPr>
          <a:xfrm>
            <a:off x="6570345" y="6321938"/>
            <a:ext cx="0" cy="29984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0EA38F6-CD41-424F-B369-535398F1CA62}"/>
              </a:ext>
            </a:extLst>
          </p:cNvPr>
          <p:cNvCxnSpPr/>
          <p:nvPr/>
        </p:nvCxnSpPr>
        <p:spPr>
          <a:xfrm>
            <a:off x="8770620" y="6324815"/>
            <a:ext cx="0" cy="29984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28F90DC-4343-42EA-BBE1-ACE619901D04}"/>
              </a:ext>
            </a:extLst>
          </p:cNvPr>
          <p:cNvSpPr txBox="1"/>
          <p:nvPr/>
        </p:nvSpPr>
        <p:spPr>
          <a:xfrm>
            <a:off x="4151926" y="413911"/>
            <a:ext cx="3713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rgbClr val="FF0000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ADLaM Display" panose="02010000000000000000" pitchFamily="2" charset="0"/>
              </a:rPr>
              <a:t>RECEPTION_FSM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F5C9BA3-7D8C-4F44-A204-44AC8796D8B4}"/>
              </a:ext>
            </a:extLst>
          </p:cNvPr>
          <p:cNvSpPr txBox="1"/>
          <p:nvPr/>
        </p:nvSpPr>
        <p:spPr>
          <a:xfrm>
            <a:off x="2644077" y="2748830"/>
            <a:ext cx="495300" cy="51935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0</a:t>
            </a:r>
            <a:endParaRPr lang="es-CO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DFC668C-E09E-4524-87FA-BC55A59B76B6}"/>
              </a:ext>
            </a:extLst>
          </p:cNvPr>
          <p:cNvSpPr txBox="1"/>
          <p:nvPr/>
        </p:nvSpPr>
        <p:spPr>
          <a:xfrm>
            <a:off x="8573337" y="3029937"/>
            <a:ext cx="495300" cy="51935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2</a:t>
            </a:r>
            <a:endParaRPr lang="es-CO" dirty="0"/>
          </a:p>
        </p:txBody>
      </p:sp>
      <p:cxnSp>
        <p:nvCxnSpPr>
          <p:cNvPr id="29" name="Conector: curvado 28">
            <a:extLst>
              <a:ext uri="{FF2B5EF4-FFF2-40B4-BE49-F238E27FC236}">
                <a16:creationId xmlns:a16="http://schemas.microsoft.com/office/drawing/2014/main" id="{0B4FAB74-EBC0-44B0-AF3C-12346A1771AC}"/>
              </a:ext>
            </a:extLst>
          </p:cNvPr>
          <p:cNvCxnSpPr>
            <a:cxnSpLocks/>
            <a:stCxn id="26" idx="0"/>
            <a:endCxn id="62" idx="2"/>
          </p:cNvCxnSpPr>
          <p:nvPr/>
        </p:nvCxnSpPr>
        <p:spPr>
          <a:xfrm rot="5400000" flipH="1" flipV="1">
            <a:off x="3889495" y="1096966"/>
            <a:ext cx="654096" cy="2649632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: curvado 29">
            <a:extLst>
              <a:ext uri="{FF2B5EF4-FFF2-40B4-BE49-F238E27FC236}">
                <a16:creationId xmlns:a16="http://schemas.microsoft.com/office/drawing/2014/main" id="{DF4AFBBF-8C08-43C2-A651-8FDD9DAD6574}"/>
              </a:ext>
            </a:extLst>
          </p:cNvPr>
          <p:cNvCxnSpPr>
            <a:cxnSpLocks/>
            <a:stCxn id="27" idx="2"/>
            <a:endCxn id="62" idx="4"/>
          </p:cNvCxnSpPr>
          <p:nvPr/>
        </p:nvCxnSpPr>
        <p:spPr>
          <a:xfrm rot="10800000">
            <a:off x="5789009" y="2354409"/>
            <a:ext cx="2784328" cy="935204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: curvado 30">
            <a:extLst>
              <a:ext uri="{FF2B5EF4-FFF2-40B4-BE49-F238E27FC236}">
                <a16:creationId xmlns:a16="http://schemas.microsoft.com/office/drawing/2014/main" id="{A21AA19E-3A86-4E30-8535-B49499506112}"/>
              </a:ext>
            </a:extLst>
          </p:cNvPr>
          <p:cNvCxnSpPr>
            <a:cxnSpLocks/>
            <a:stCxn id="27" idx="5"/>
            <a:endCxn id="26" idx="5"/>
          </p:cNvCxnSpPr>
          <p:nvPr/>
        </p:nvCxnSpPr>
        <p:spPr>
          <a:xfrm rot="5400000" flipH="1">
            <a:off x="5890918" y="368048"/>
            <a:ext cx="281107" cy="5929260"/>
          </a:xfrm>
          <a:prstGeom prst="curvedConnector3">
            <a:avLst>
              <a:gd name="adj1" fmla="val -23036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: curvado 33">
            <a:extLst>
              <a:ext uri="{FF2B5EF4-FFF2-40B4-BE49-F238E27FC236}">
                <a16:creationId xmlns:a16="http://schemas.microsoft.com/office/drawing/2014/main" id="{92EC2B34-A087-4F26-8F01-4B01AFCE5049}"/>
              </a:ext>
            </a:extLst>
          </p:cNvPr>
          <p:cNvCxnSpPr>
            <a:cxnSpLocks/>
            <a:stCxn id="26" idx="4"/>
            <a:endCxn id="26" idx="2"/>
          </p:cNvCxnSpPr>
          <p:nvPr/>
        </p:nvCxnSpPr>
        <p:spPr>
          <a:xfrm rot="5400000" flipH="1">
            <a:off x="2638064" y="3014519"/>
            <a:ext cx="259675" cy="247650"/>
          </a:xfrm>
          <a:prstGeom prst="curvedConnector4">
            <a:avLst>
              <a:gd name="adj1" fmla="val -88033"/>
              <a:gd name="adj2" fmla="val 19230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5195696B-65EF-483C-A3F2-4945B38AA765}"/>
              </a:ext>
            </a:extLst>
          </p:cNvPr>
          <p:cNvSpPr txBox="1"/>
          <p:nvPr/>
        </p:nvSpPr>
        <p:spPr>
          <a:xfrm>
            <a:off x="7397718" y="1945019"/>
            <a:ext cx="1842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Eusart_Rx_is_ready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 == 1 /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*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Rx_data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Eusar_READ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();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1D9FE385-056B-431C-A185-E0BE971120C1}"/>
              </a:ext>
            </a:extLst>
          </p:cNvPr>
          <p:cNvSpPr txBox="1"/>
          <p:nvPr/>
        </p:nvSpPr>
        <p:spPr>
          <a:xfrm>
            <a:off x="597987" y="673963"/>
            <a:ext cx="29078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NULL/ 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/* recibe como parámetros: </a:t>
            </a:r>
          </a:p>
          <a:p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bool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Eusart_Rx_is_ready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(),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bool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Eusar_READ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  */</a:t>
            </a:r>
          </a:p>
          <a:p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bool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flag_inicio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Static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uint8_t*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Rx_data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Rx_inicial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uint16_t </a:t>
            </a:r>
            <a:r>
              <a:rPr lang="es-ES" sz="8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Azi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s-ES" sz="800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s-ES" sz="8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Azm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s-ES" sz="800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s-ES" sz="8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Azf</a:t>
            </a:r>
            <a:r>
              <a:rPr lang="es-ES" sz="800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uint8_t </a:t>
            </a:r>
            <a:r>
              <a:rPr lang="es-ES" sz="800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s-ES" sz="800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hi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s-ES" sz="800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hm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s-ES" sz="800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s-ES" sz="8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hf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s-ES" sz="800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mi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s-ES" sz="800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mm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s-ES" sz="800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s-ES" sz="8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mf</a:t>
            </a:r>
            <a:r>
              <a:rPr lang="es-ES" sz="800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endParaRPr lang="es-ES" sz="8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s-ES" sz="8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41" name="Conector: curvado 40">
            <a:extLst>
              <a:ext uri="{FF2B5EF4-FFF2-40B4-BE49-F238E27FC236}">
                <a16:creationId xmlns:a16="http://schemas.microsoft.com/office/drawing/2014/main" id="{47C31504-904B-4531-B243-11EEF2B68D67}"/>
              </a:ext>
            </a:extLst>
          </p:cNvPr>
          <p:cNvCxnSpPr>
            <a:cxnSpLocks/>
          </p:cNvCxnSpPr>
          <p:nvPr/>
        </p:nvCxnSpPr>
        <p:spPr>
          <a:xfrm rot="16200000" flipH="1">
            <a:off x="2157090" y="2176502"/>
            <a:ext cx="512524" cy="497816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A345412F-72E1-BB1F-E8F9-DA65F8FB6B3C}"/>
              </a:ext>
            </a:extLst>
          </p:cNvPr>
          <p:cNvSpPr txBox="1"/>
          <p:nvPr/>
        </p:nvSpPr>
        <p:spPr>
          <a:xfrm>
            <a:off x="4795121" y="1210540"/>
            <a:ext cx="1759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Eusart_Rx_is_ready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 == 0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(Pregunta si hay otro dato para recibir)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E7E4687B-9481-7CF7-241D-BD6D77650395}"/>
              </a:ext>
            </a:extLst>
          </p:cNvPr>
          <p:cNvSpPr txBox="1"/>
          <p:nvPr/>
        </p:nvSpPr>
        <p:spPr>
          <a:xfrm>
            <a:off x="3547871" y="4033340"/>
            <a:ext cx="40035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*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Rx_data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== ‘$’/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(Deberán llegar 33 caracteres en ASCII decimal)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s-ES" sz="8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Azi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*(Rx_data-32)*100 *(Rx_data-31)*10 + *(Rx_data-30)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s-ES" sz="8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Azm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*(Rx_data-28)*100 *(Rx_data-27)*10 + *(Rx_data-26)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s-ES" sz="8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Azf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*(Rx_data-24)*100 *(Rx_data-23)*10 + *(Rx_data-22)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s-ES" sz="800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*(Rx_data-20)*10 + *(Rx_data-19)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s-ES" sz="800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hi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*(Rx_data-17)*10 + *(Rx_data-16)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s-ES" sz="800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mi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*(Rx_data-14)*10 + *(Rx_data-13)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s-ES" sz="800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hm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*(Rx_data-11)*10 + *(Rx_data-10)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s-ES" sz="800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mm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*(Rx_data-8)*10 + *(Rx_data-7)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s-ES" sz="8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hf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*(Rx_data-5)*10 + *(Rx_data-4)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s-ES" sz="8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mf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*(Rx_data-2)*10 + *(Rx_data-1)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flag_orientación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1;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flag_inicio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0;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84337DB3-69AC-473E-F7D1-B2C518DD569A}"/>
              </a:ext>
            </a:extLst>
          </p:cNvPr>
          <p:cNvSpPr txBox="1"/>
          <p:nvPr/>
        </p:nvSpPr>
        <p:spPr>
          <a:xfrm>
            <a:off x="5697665" y="3032993"/>
            <a:ext cx="17000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*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Rx_data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!= ‘$’ /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Rx_data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++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4E04873D-474E-65D7-5AE2-95A762F7AA11}"/>
              </a:ext>
            </a:extLst>
          </p:cNvPr>
          <p:cNvSpPr txBox="1"/>
          <p:nvPr/>
        </p:nvSpPr>
        <p:spPr>
          <a:xfrm>
            <a:off x="5541359" y="1835058"/>
            <a:ext cx="495300" cy="51935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1</a:t>
            </a:r>
            <a:endParaRPr lang="es-CO" dirty="0"/>
          </a:p>
        </p:txBody>
      </p:sp>
      <p:cxnSp>
        <p:nvCxnSpPr>
          <p:cNvPr id="72" name="Conector: curvado 71">
            <a:extLst>
              <a:ext uri="{FF2B5EF4-FFF2-40B4-BE49-F238E27FC236}">
                <a16:creationId xmlns:a16="http://schemas.microsoft.com/office/drawing/2014/main" id="{D9045B08-B83E-48FC-1679-B1646FBA7A26}"/>
              </a:ext>
            </a:extLst>
          </p:cNvPr>
          <p:cNvCxnSpPr>
            <a:cxnSpLocks/>
            <a:stCxn id="62" idx="6"/>
            <a:endCxn id="62" idx="1"/>
          </p:cNvCxnSpPr>
          <p:nvPr/>
        </p:nvCxnSpPr>
        <p:spPr>
          <a:xfrm flipH="1" flipV="1">
            <a:off x="5613894" y="1911115"/>
            <a:ext cx="422765" cy="183619"/>
          </a:xfrm>
          <a:prstGeom prst="curvedConnector4">
            <a:avLst>
              <a:gd name="adj1" fmla="val -54073"/>
              <a:gd name="adj2" fmla="val 26591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: curvado 78">
            <a:extLst>
              <a:ext uri="{FF2B5EF4-FFF2-40B4-BE49-F238E27FC236}">
                <a16:creationId xmlns:a16="http://schemas.microsoft.com/office/drawing/2014/main" id="{6B247CCB-5EC8-99D5-1515-CFFE9A066A17}"/>
              </a:ext>
            </a:extLst>
          </p:cNvPr>
          <p:cNvCxnSpPr>
            <a:cxnSpLocks/>
            <a:stCxn id="62" idx="6"/>
            <a:endCxn id="27" idx="7"/>
          </p:cNvCxnSpPr>
          <p:nvPr/>
        </p:nvCxnSpPr>
        <p:spPr>
          <a:xfrm>
            <a:off x="6036659" y="2094734"/>
            <a:ext cx="2959443" cy="1011260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CuadroTexto 88">
            <a:extLst>
              <a:ext uri="{FF2B5EF4-FFF2-40B4-BE49-F238E27FC236}">
                <a16:creationId xmlns:a16="http://schemas.microsoft.com/office/drawing/2014/main" id="{DB304FA6-F5C1-26CF-970A-0D49D470B7BB}"/>
              </a:ext>
            </a:extLst>
          </p:cNvPr>
          <p:cNvSpPr txBox="1"/>
          <p:nvPr/>
        </p:nvSpPr>
        <p:spPr>
          <a:xfrm>
            <a:off x="1154295" y="3316533"/>
            <a:ext cx="18249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flag_inicio</a:t>
            </a:r>
            <a:r>
              <a:rPr lang="es-ES" sz="8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== 0</a:t>
            </a:r>
          </a:p>
          <a:p>
            <a:endParaRPr lang="es-ES" sz="8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(Pregunta si es momento de esperar recepción de datos)</a:t>
            </a: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942D8A28-70CB-8FE5-7803-F14B4D9EDAFD}"/>
              </a:ext>
            </a:extLst>
          </p:cNvPr>
          <p:cNvSpPr txBox="1"/>
          <p:nvPr/>
        </p:nvSpPr>
        <p:spPr>
          <a:xfrm>
            <a:off x="3447936" y="2314060"/>
            <a:ext cx="17590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flag_inicio</a:t>
            </a:r>
            <a:r>
              <a:rPr lang="es-ES" sz="8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== 1</a:t>
            </a: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C5827160-E4CB-A25F-5CB9-E20A6B9454B4}"/>
              </a:ext>
            </a:extLst>
          </p:cNvPr>
          <p:cNvSpPr txBox="1"/>
          <p:nvPr/>
        </p:nvSpPr>
        <p:spPr>
          <a:xfrm>
            <a:off x="569132" y="4796726"/>
            <a:ext cx="2422110" cy="90024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050" b="1" dirty="0" err="1"/>
              <a:t>Eusart_Rx_is_ready</a:t>
            </a:r>
            <a:r>
              <a:rPr lang="es-CO" sz="1050" b="1" dirty="0"/>
              <a:t>()/</a:t>
            </a:r>
            <a:r>
              <a:rPr lang="es-CO" sz="1050" b="1" dirty="0" err="1"/>
              <a:t>Eusart_READ</a:t>
            </a:r>
            <a:r>
              <a:rPr lang="es-CO" sz="1050" b="1" dirty="0"/>
              <a:t>():</a:t>
            </a:r>
          </a:p>
          <a:p>
            <a:r>
              <a:rPr lang="es-ES" sz="1050" dirty="0"/>
              <a:t>Estas funciones indican si el puerto de UART para recepción tiene un dato disponible para recibir. Además, permite guardarlo en una variable interna.</a:t>
            </a:r>
            <a:endParaRPr lang="es-CO" sz="1050" dirty="0"/>
          </a:p>
        </p:txBody>
      </p:sp>
    </p:spTree>
    <p:extLst>
      <p:ext uri="{BB962C8B-B14F-4D97-AF65-F5344CB8AC3E}">
        <p14:creationId xmlns:p14="http://schemas.microsoft.com/office/powerpoint/2010/main" val="3366314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56FD29E-95A4-4F70-92CD-884A1F55A363}"/>
              </a:ext>
            </a:extLst>
          </p:cNvPr>
          <p:cNvSpPr/>
          <p:nvPr/>
        </p:nvSpPr>
        <p:spPr>
          <a:xfrm>
            <a:off x="355107" y="319594"/>
            <a:ext cx="11452194" cy="5619567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3F14CA74-DEA5-46B2-9C84-43AC000275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363351"/>
              </p:ext>
            </p:extLst>
          </p:nvPr>
        </p:nvGraphicFramePr>
        <p:xfrm>
          <a:off x="8457771" y="601604"/>
          <a:ext cx="3136242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78698">
                  <a:extLst>
                    <a:ext uri="{9D8B030D-6E8A-4147-A177-3AD203B41FA5}">
                      <a16:colId xmlns:a16="http://schemas.microsoft.com/office/drawing/2014/main" val="1746442920"/>
                    </a:ext>
                  </a:extLst>
                </a:gridCol>
                <a:gridCol w="2657544">
                  <a:extLst>
                    <a:ext uri="{9D8B030D-6E8A-4147-A177-3AD203B41FA5}">
                      <a16:colId xmlns:a16="http://schemas.microsoft.com/office/drawing/2014/main" val="3738230937"/>
                    </a:ext>
                  </a:extLst>
                </a:gridCol>
              </a:tblGrid>
              <a:tr h="232296"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ESTADOS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30913"/>
                  </a:ext>
                </a:extLst>
              </a:tr>
              <a:tr h="262133"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WAITING_TIMER</a:t>
                      </a:r>
                      <a:endParaRPr lang="es-CO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531467"/>
                  </a:ext>
                </a:extLst>
              </a:tr>
              <a:tr h="262133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1</a:t>
                      </a:r>
                      <a:endParaRPr lang="es-CO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SENDING_AZ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467625"/>
                  </a:ext>
                </a:extLst>
              </a:tr>
              <a:tr h="262133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2</a:t>
                      </a:r>
                      <a:endParaRPr lang="es-CO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SENDING_EL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4409429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0EFAA7FC-BD5B-465A-B560-49C9F7B4FFA8}"/>
              </a:ext>
            </a:extLst>
          </p:cNvPr>
          <p:cNvSpPr txBox="1"/>
          <p:nvPr/>
        </p:nvSpPr>
        <p:spPr>
          <a:xfrm>
            <a:off x="8139614" y="4822972"/>
            <a:ext cx="3614347" cy="106182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050" b="1" dirty="0"/>
              <a:t>Breve descripción de la FSM: </a:t>
            </a:r>
          </a:p>
          <a:p>
            <a:r>
              <a:rPr lang="es-ES" sz="1050" dirty="0"/>
              <a:t>Esta FSM escribe en el pin </a:t>
            </a:r>
            <a:r>
              <a:rPr lang="es-ES" sz="1050" dirty="0" err="1"/>
              <a:t>Tx</a:t>
            </a:r>
            <a:r>
              <a:rPr lang="es-ES" sz="1050" dirty="0"/>
              <a:t> la posición angular </a:t>
            </a:r>
            <a:r>
              <a:rPr lang="es-ES" sz="1050" dirty="0" err="1"/>
              <a:t>Az</a:t>
            </a:r>
            <a:r>
              <a:rPr lang="es-ES" sz="1050" dirty="0"/>
              <a:t> y El de los motores. Espera que se </a:t>
            </a:r>
            <a:r>
              <a:rPr lang="es-ES" sz="1050" dirty="0" err="1"/>
              <a:t>produzaca</a:t>
            </a:r>
            <a:r>
              <a:rPr lang="es-ES" sz="1050" dirty="0"/>
              <a:t> la interrupción del </a:t>
            </a:r>
            <a:r>
              <a:rPr lang="es-ES" sz="1050" dirty="0" err="1"/>
              <a:t>timer</a:t>
            </a:r>
            <a:r>
              <a:rPr lang="es-ES" sz="1050" dirty="0"/>
              <a:t>, pregunta si se puede escribir en el puerto y una vez se completa el envío de </a:t>
            </a:r>
            <a:r>
              <a:rPr lang="es-ES" sz="1050" dirty="0" err="1"/>
              <a:t>Az</a:t>
            </a:r>
            <a:r>
              <a:rPr lang="es-ES" sz="1050" dirty="0"/>
              <a:t>, pasa a enviar El. Al finalizar, se queda esperando hasta que </a:t>
            </a:r>
            <a:r>
              <a:rPr lang="es-ES" sz="1050" dirty="0" err="1"/>
              <a:t>flag_timer_Tx</a:t>
            </a:r>
            <a:r>
              <a:rPr lang="es-ES" sz="1050" dirty="0"/>
              <a:t> sea nuevamente 1</a:t>
            </a:r>
            <a:endParaRPr lang="es-CO" sz="105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25951E8-E730-4197-BA3E-9DEF7E090E21}"/>
              </a:ext>
            </a:extLst>
          </p:cNvPr>
          <p:cNvSpPr/>
          <p:nvPr/>
        </p:nvSpPr>
        <p:spPr>
          <a:xfrm>
            <a:off x="355107" y="6012811"/>
            <a:ext cx="11452194" cy="608969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0DFAF5B-4FFF-4850-B12C-708812E12D3D}"/>
              </a:ext>
            </a:extLst>
          </p:cNvPr>
          <p:cNvCxnSpPr>
            <a:stCxn id="15" idx="1"/>
            <a:endCxn id="15" idx="3"/>
          </p:cNvCxnSpPr>
          <p:nvPr/>
        </p:nvCxnSpPr>
        <p:spPr>
          <a:xfrm>
            <a:off x="355107" y="6317296"/>
            <a:ext cx="1145219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4BD16C6-BD44-407F-8640-50369D8D62E3}"/>
              </a:ext>
            </a:extLst>
          </p:cNvPr>
          <p:cNvSpPr txBox="1"/>
          <p:nvPr/>
        </p:nvSpPr>
        <p:spPr>
          <a:xfrm>
            <a:off x="347516" y="6320826"/>
            <a:ext cx="51834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/>
              <a:t>Autores: </a:t>
            </a:r>
            <a:r>
              <a:rPr lang="es-CO" sz="1400" dirty="0"/>
              <a:t>Valeria </a:t>
            </a:r>
            <a:r>
              <a:rPr lang="es-CO" sz="1400" dirty="0" err="1"/>
              <a:t>Jimenez</a:t>
            </a:r>
            <a:r>
              <a:rPr lang="es-CO" sz="1400" dirty="0"/>
              <a:t>, Jerónimo Rueda &amp; David Esteban González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1D6731A-454E-4711-A25C-9BD175F8467C}"/>
              </a:ext>
            </a:extLst>
          </p:cNvPr>
          <p:cNvSpPr txBox="1"/>
          <p:nvPr/>
        </p:nvSpPr>
        <p:spPr>
          <a:xfrm>
            <a:off x="6577937" y="6320826"/>
            <a:ext cx="21289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/>
              <a:t>FSM: </a:t>
            </a:r>
            <a:r>
              <a:rPr lang="es-CO" sz="1400" dirty="0"/>
              <a:t>TRANSMISSION_FSM</a:t>
            </a:r>
          </a:p>
          <a:p>
            <a:endParaRPr lang="es-CO" sz="14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FB34EE2-233B-4F07-8DE5-A01489CE3EF8}"/>
              </a:ext>
            </a:extLst>
          </p:cNvPr>
          <p:cNvSpPr txBox="1"/>
          <p:nvPr/>
        </p:nvSpPr>
        <p:spPr>
          <a:xfrm>
            <a:off x="3331159" y="6028966"/>
            <a:ext cx="5355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i="1" dirty="0"/>
              <a:t>Facultad de ingeniería – Pontificia Universidad Javeriana – Bogotá D.C</a:t>
            </a:r>
            <a:endParaRPr lang="es-CO" sz="1400" i="1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84E6930-C86D-4852-BAC4-136AD4E64B6D}"/>
              </a:ext>
            </a:extLst>
          </p:cNvPr>
          <p:cNvSpPr txBox="1"/>
          <p:nvPr/>
        </p:nvSpPr>
        <p:spPr>
          <a:xfrm>
            <a:off x="8770620" y="6307622"/>
            <a:ext cx="1864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/>
              <a:t>Fecha: 4</a:t>
            </a:r>
            <a:r>
              <a:rPr lang="es-CO" sz="1400" dirty="0"/>
              <a:t> de mayo 2024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33D3D519-5734-49CA-B9D6-AEDCE61787A8}"/>
              </a:ext>
            </a:extLst>
          </p:cNvPr>
          <p:cNvCxnSpPr/>
          <p:nvPr/>
        </p:nvCxnSpPr>
        <p:spPr>
          <a:xfrm>
            <a:off x="6570345" y="6321938"/>
            <a:ext cx="0" cy="29984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0EA38F6-CD41-424F-B369-535398F1CA62}"/>
              </a:ext>
            </a:extLst>
          </p:cNvPr>
          <p:cNvCxnSpPr/>
          <p:nvPr/>
        </p:nvCxnSpPr>
        <p:spPr>
          <a:xfrm>
            <a:off x="8770620" y="6324815"/>
            <a:ext cx="0" cy="29984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28F90DC-4343-42EA-BBE1-ACE619901D04}"/>
              </a:ext>
            </a:extLst>
          </p:cNvPr>
          <p:cNvSpPr txBox="1"/>
          <p:nvPr/>
        </p:nvSpPr>
        <p:spPr>
          <a:xfrm>
            <a:off x="4080549" y="484738"/>
            <a:ext cx="3713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rgbClr val="FF0000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ADLaM Display" panose="02010000000000000000" pitchFamily="2" charset="0"/>
              </a:rPr>
              <a:t>TRANSMISSION_FSM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F5C9BA3-7D8C-4F44-A204-44AC8796D8B4}"/>
              </a:ext>
            </a:extLst>
          </p:cNvPr>
          <p:cNvSpPr txBox="1"/>
          <p:nvPr/>
        </p:nvSpPr>
        <p:spPr>
          <a:xfrm>
            <a:off x="2659068" y="2732071"/>
            <a:ext cx="495300" cy="51935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0</a:t>
            </a:r>
            <a:endParaRPr lang="es-CO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DFC668C-E09E-4524-87FA-BC55A59B76B6}"/>
              </a:ext>
            </a:extLst>
          </p:cNvPr>
          <p:cNvSpPr txBox="1"/>
          <p:nvPr/>
        </p:nvSpPr>
        <p:spPr>
          <a:xfrm>
            <a:off x="7280022" y="2472395"/>
            <a:ext cx="495300" cy="51935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1</a:t>
            </a:r>
            <a:endParaRPr lang="es-CO" dirty="0"/>
          </a:p>
        </p:txBody>
      </p:sp>
      <p:cxnSp>
        <p:nvCxnSpPr>
          <p:cNvPr id="29" name="Conector: curvado 28">
            <a:extLst>
              <a:ext uri="{FF2B5EF4-FFF2-40B4-BE49-F238E27FC236}">
                <a16:creationId xmlns:a16="http://schemas.microsoft.com/office/drawing/2014/main" id="{0B4FAB74-EBC0-44B0-AF3C-12346A1771AC}"/>
              </a:ext>
            </a:extLst>
          </p:cNvPr>
          <p:cNvCxnSpPr>
            <a:cxnSpLocks/>
            <a:stCxn id="26" idx="0"/>
            <a:endCxn id="27" idx="1"/>
          </p:cNvCxnSpPr>
          <p:nvPr/>
        </p:nvCxnSpPr>
        <p:spPr>
          <a:xfrm rot="5400000" flipH="1" flipV="1">
            <a:off x="5037828" y="417343"/>
            <a:ext cx="183619" cy="4445839"/>
          </a:xfrm>
          <a:prstGeom prst="curvedConnector3">
            <a:avLst>
              <a:gd name="adj1" fmla="val 46096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: curvado 30">
            <a:extLst>
              <a:ext uri="{FF2B5EF4-FFF2-40B4-BE49-F238E27FC236}">
                <a16:creationId xmlns:a16="http://schemas.microsoft.com/office/drawing/2014/main" id="{A21AA19E-3A86-4E30-8535-B49499506112}"/>
              </a:ext>
            </a:extLst>
          </p:cNvPr>
          <p:cNvCxnSpPr>
            <a:cxnSpLocks/>
            <a:stCxn id="27" idx="3"/>
            <a:endCxn id="6" idx="6"/>
          </p:cNvCxnSpPr>
          <p:nvPr/>
        </p:nvCxnSpPr>
        <p:spPr>
          <a:xfrm rot="5400000">
            <a:off x="5998874" y="2691090"/>
            <a:ext cx="1129085" cy="1578283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: curvado 33">
            <a:extLst>
              <a:ext uri="{FF2B5EF4-FFF2-40B4-BE49-F238E27FC236}">
                <a16:creationId xmlns:a16="http://schemas.microsoft.com/office/drawing/2014/main" id="{92EC2B34-A087-4F26-8F01-4B01AFCE5049}"/>
              </a:ext>
            </a:extLst>
          </p:cNvPr>
          <p:cNvCxnSpPr>
            <a:cxnSpLocks/>
            <a:stCxn id="27" idx="7"/>
            <a:endCxn id="27" idx="5"/>
          </p:cNvCxnSpPr>
          <p:nvPr/>
        </p:nvCxnSpPr>
        <p:spPr>
          <a:xfrm rot="16200000" flipH="1">
            <a:off x="7519168" y="2732070"/>
            <a:ext cx="367237" cy="12700"/>
          </a:xfrm>
          <a:prstGeom prst="curvedConnector5">
            <a:avLst>
              <a:gd name="adj1" fmla="val -62249"/>
              <a:gd name="adj2" fmla="val 5128858"/>
              <a:gd name="adj3" fmla="val 16224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5195696B-65EF-483C-A3F2-4945B38AA765}"/>
              </a:ext>
            </a:extLst>
          </p:cNvPr>
          <p:cNvSpPr txBox="1"/>
          <p:nvPr/>
        </p:nvSpPr>
        <p:spPr>
          <a:xfrm>
            <a:off x="4259472" y="1190585"/>
            <a:ext cx="21840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flag_timer_Tx</a:t>
            </a:r>
            <a:r>
              <a:rPr lang="es-ES" sz="8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== 1 /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flag_timer_Tx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0 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step2dig(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Az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);</a:t>
            </a:r>
          </a:p>
          <a:p>
            <a:r>
              <a:rPr lang="es-MX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s-MX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Tx_data</a:t>
            </a:r>
            <a:r>
              <a:rPr lang="es-MX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s-MX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msj</a:t>
            </a:r>
            <a:r>
              <a:rPr lang="es-MX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[0];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1D9FE385-056B-431C-A185-E0BE971120C1}"/>
              </a:ext>
            </a:extLst>
          </p:cNvPr>
          <p:cNvSpPr txBox="1"/>
          <p:nvPr/>
        </p:nvSpPr>
        <p:spPr>
          <a:xfrm>
            <a:off x="826419" y="1233007"/>
            <a:ext cx="29078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NULL/ 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/* recibe como parámetros: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bool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s-ES" sz="80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flag_timer_Tx</a:t>
            </a:r>
            <a:r>
              <a:rPr lang="es-ES" sz="8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*/</a:t>
            </a:r>
          </a:p>
          <a:p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Static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uint8_t*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Tx_data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</a:p>
          <a:p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Static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uint8_t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state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0;</a:t>
            </a:r>
          </a:p>
          <a:p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Static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uint16_t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Az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Static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uint8_t El;</a:t>
            </a:r>
          </a:p>
        </p:txBody>
      </p:sp>
      <p:cxnSp>
        <p:nvCxnSpPr>
          <p:cNvPr id="41" name="Conector: curvado 40">
            <a:extLst>
              <a:ext uri="{FF2B5EF4-FFF2-40B4-BE49-F238E27FC236}">
                <a16:creationId xmlns:a16="http://schemas.microsoft.com/office/drawing/2014/main" id="{47C31504-904B-4531-B243-11EEF2B68D67}"/>
              </a:ext>
            </a:extLst>
          </p:cNvPr>
          <p:cNvCxnSpPr>
            <a:cxnSpLocks/>
          </p:cNvCxnSpPr>
          <p:nvPr/>
        </p:nvCxnSpPr>
        <p:spPr>
          <a:xfrm rot="16200000" flipH="1">
            <a:off x="2215567" y="2324307"/>
            <a:ext cx="512524" cy="497816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A345412F-72E1-BB1F-E8F9-DA65F8FB6B3C}"/>
              </a:ext>
            </a:extLst>
          </p:cNvPr>
          <p:cNvSpPr txBox="1"/>
          <p:nvPr/>
        </p:nvSpPr>
        <p:spPr>
          <a:xfrm>
            <a:off x="6891553" y="3563876"/>
            <a:ext cx="15026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Flag_Tx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== 0/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Flag_Tx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== 1;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step2dig(El);</a:t>
            </a:r>
          </a:p>
          <a:p>
            <a:r>
              <a:rPr lang="es-MX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s-MX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Tx_data</a:t>
            </a:r>
            <a:r>
              <a:rPr lang="es-MX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s-MX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msj</a:t>
            </a:r>
            <a:r>
              <a:rPr lang="es-MX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[0];</a:t>
            </a:r>
            <a:endParaRPr lang="es-ES" sz="8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05B40C91-B437-7596-CD46-0C1E5DC3B102}"/>
              </a:ext>
            </a:extLst>
          </p:cNvPr>
          <p:cNvSpPr txBox="1"/>
          <p:nvPr/>
        </p:nvSpPr>
        <p:spPr>
          <a:xfrm>
            <a:off x="8312518" y="2256065"/>
            <a:ext cx="2607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Flag_Tx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== 1 /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Tx_string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();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(El ángulo se transmitirá en 3 dígitos.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Ejm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Az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 15.3)</a:t>
            </a:r>
          </a:p>
        </p:txBody>
      </p:sp>
      <p:cxnSp>
        <p:nvCxnSpPr>
          <p:cNvPr id="38" name="Conector: curvado 37">
            <a:extLst>
              <a:ext uri="{FF2B5EF4-FFF2-40B4-BE49-F238E27FC236}">
                <a16:creationId xmlns:a16="http://schemas.microsoft.com/office/drawing/2014/main" id="{C45853BA-E726-3302-E4F7-A2D63AC40AC3}"/>
              </a:ext>
            </a:extLst>
          </p:cNvPr>
          <p:cNvCxnSpPr>
            <a:cxnSpLocks/>
            <a:stCxn id="26" idx="4"/>
            <a:endCxn id="26" idx="2"/>
          </p:cNvCxnSpPr>
          <p:nvPr/>
        </p:nvCxnSpPr>
        <p:spPr>
          <a:xfrm rot="5400000" flipH="1">
            <a:off x="2653055" y="2997760"/>
            <a:ext cx="259675" cy="247650"/>
          </a:xfrm>
          <a:prstGeom prst="curvedConnector4">
            <a:avLst>
              <a:gd name="adj1" fmla="val -117378"/>
              <a:gd name="adj2" fmla="val 23846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9FF0031-7F48-9930-711D-2350B5363A04}"/>
              </a:ext>
            </a:extLst>
          </p:cNvPr>
          <p:cNvSpPr txBox="1"/>
          <p:nvPr/>
        </p:nvSpPr>
        <p:spPr>
          <a:xfrm>
            <a:off x="899891" y="3367995"/>
            <a:ext cx="23971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flag_timer_Tx</a:t>
            </a:r>
            <a:r>
              <a:rPr lang="es-ES" sz="8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== 0</a:t>
            </a:r>
          </a:p>
          <a:p>
            <a:endParaRPr lang="es-ES" sz="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s-ES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(Pregunta si ya es momento de volver a enviar los ángulos al usuario)</a:t>
            </a:r>
            <a:endParaRPr lang="es-CO" sz="8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79AE72C-D8C9-887E-28FA-D890DFCA4C23}"/>
              </a:ext>
            </a:extLst>
          </p:cNvPr>
          <p:cNvSpPr txBox="1"/>
          <p:nvPr/>
        </p:nvSpPr>
        <p:spPr>
          <a:xfrm>
            <a:off x="5278974" y="3785098"/>
            <a:ext cx="495300" cy="51935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2</a:t>
            </a:r>
          </a:p>
        </p:txBody>
      </p:sp>
      <p:cxnSp>
        <p:nvCxnSpPr>
          <p:cNvPr id="33" name="Conector: curvado 32">
            <a:extLst>
              <a:ext uri="{FF2B5EF4-FFF2-40B4-BE49-F238E27FC236}">
                <a16:creationId xmlns:a16="http://schemas.microsoft.com/office/drawing/2014/main" id="{495313B3-A2C2-CB9E-20D6-F5E905A89F0F}"/>
              </a:ext>
            </a:extLst>
          </p:cNvPr>
          <p:cNvCxnSpPr>
            <a:cxnSpLocks/>
            <a:stCxn id="6" idx="6"/>
            <a:endCxn id="6" idx="3"/>
          </p:cNvCxnSpPr>
          <p:nvPr/>
        </p:nvCxnSpPr>
        <p:spPr>
          <a:xfrm flipH="1">
            <a:off x="5351509" y="4044774"/>
            <a:ext cx="422765" cy="183618"/>
          </a:xfrm>
          <a:prstGeom prst="curvedConnector4">
            <a:avLst>
              <a:gd name="adj1" fmla="val -54073"/>
              <a:gd name="adj2" fmla="val 26591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: curvado 43">
            <a:extLst>
              <a:ext uri="{FF2B5EF4-FFF2-40B4-BE49-F238E27FC236}">
                <a16:creationId xmlns:a16="http://schemas.microsoft.com/office/drawing/2014/main" id="{CC62E171-F432-8BCA-4301-CA001AD9E80D}"/>
              </a:ext>
            </a:extLst>
          </p:cNvPr>
          <p:cNvCxnSpPr>
            <a:cxnSpLocks/>
            <a:stCxn id="6" idx="2"/>
            <a:endCxn id="26" idx="5"/>
          </p:cNvCxnSpPr>
          <p:nvPr/>
        </p:nvCxnSpPr>
        <p:spPr>
          <a:xfrm rot="10800000">
            <a:off x="3081834" y="3175366"/>
            <a:ext cx="2197141" cy="869409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uadroTexto 46">
            <a:extLst>
              <a:ext uri="{FF2B5EF4-FFF2-40B4-BE49-F238E27FC236}">
                <a16:creationId xmlns:a16="http://schemas.microsoft.com/office/drawing/2014/main" id="{C31ADF19-E149-7683-F554-DC28FA772F45}"/>
              </a:ext>
            </a:extLst>
          </p:cNvPr>
          <p:cNvSpPr txBox="1"/>
          <p:nvPr/>
        </p:nvSpPr>
        <p:spPr>
          <a:xfrm>
            <a:off x="4359937" y="4361307"/>
            <a:ext cx="3757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Flag_Tx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== 1 /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s-ES" sz="8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Tx_string</a:t>
            </a:r>
            <a:r>
              <a:rPr lang="es-ES" sz="800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();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(El ángulo se transmitirá en 3 dígitos.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Ejm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 El: 15.3)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21BA2C79-79FA-460F-F22E-628F677FD1F0}"/>
              </a:ext>
            </a:extLst>
          </p:cNvPr>
          <p:cNvSpPr txBox="1"/>
          <p:nvPr/>
        </p:nvSpPr>
        <p:spPr>
          <a:xfrm>
            <a:off x="3640899" y="3502331"/>
            <a:ext cx="109950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Flag_Tx</a:t>
            </a:r>
            <a:r>
              <a:rPr lang="es-ES" sz="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== 0</a:t>
            </a:r>
            <a:endParaRPr lang="es-CO" sz="900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B8016A31-72CE-3130-9689-B2D3BE876A20}"/>
              </a:ext>
            </a:extLst>
          </p:cNvPr>
          <p:cNvSpPr txBox="1"/>
          <p:nvPr/>
        </p:nvSpPr>
        <p:spPr>
          <a:xfrm>
            <a:off x="484608" y="4921733"/>
            <a:ext cx="2422110" cy="90024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050" b="1" dirty="0" err="1"/>
              <a:t>Tx</a:t>
            </a:r>
            <a:r>
              <a:rPr lang="es-CO" sz="1050" b="1" dirty="0"/>
              <a:t>():</a:t>
            </a:r>
          </a:p>
          <a:p>
            <a:r>
              <a:rPr lang="es-ES" sz="1050" dirty="0"/>
              <a:t>Esta función controla el flujo de transmisión de cada digito de los ángulos hacia el puerto </a:t>
            </a:r>
            <a:r>
              <a:rPr lang="es-ES" sz="1050" dirty="0" err="1"/>
              <a:t>serial.Utiliza</a:t>
            </a:r>
            <a:r>
              <a:rPr lang="es-ES" sz="1050" dirty="0"/>
              <a:t> las funciones</a:t>
            </a:r>
          </a:p>
          <a:p>
            <a:r>
              <a:rPr lang="es-CO" sz="1050" b="1" dirty="0" err="1"/>
              <a:t>Eusart_Tx_is_ready</a:t>
            </a:r>
            <a:r>
              <a:rPr lang="es-CO" sz="1050" b="1" dirty="0"/>
              <a:t>()/</a:t>
            </a:r>
            <a:r>
              <a:rPr lang="es-CO" sz="1050" b="1" dirty="0" err="1"/>
              <a:t>Eusart_WRITE</a:t>
            </a:r>
            <a:r>
              <a:rPr lang="es-CO" sz="1050" b="1" dirty="0"/>
              <a:t>():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28B38745-3194-C6B1-2835-17147A39B1F2}"/>
              </a:ext>
            </a:extLst>
          </p:cNvPr>
          <p:cNvSpPr txBox="1"/>
          <p:nvPr/>
        </p:nvSpPr>
        <p:spPr>
          <a:xfrm>
            <a:off x="3036219" y="4914181"/>
            <a:ext cx="3204561" cy="90024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050" b="1" dirty="0"/>
              <a:t>step2dig():</a:t>
            </a:r>
          </a:p>
          <a:p>
            <a:r>
              <a:rPr lang="es-ES" sz="1050" dirty="0"/>
              <a:t>Esta función </a:t>
            </a:r>
            <a:r>
              <a:rPr lang="es-MX" sz="1050" dirty="0"/>
              <a:t>transforma los ángulos a transmitir en un arreglo de dígitos del mismo ángulo. De modo que en </a:t>
            </a:r>
            <a:r>
              <a:rPr lang="es-MX" sz="1050" dirty="0" err="1"/>
              <a:t>Tx</a:t>
            </a:r>
            <a:r>
              <a:rPr lang="es-MX" sz="1050" dirty="0"/>
              <a:t> se transmita posición por posición del arreglo</a:t>
            </a:r>
          </a:p>
          <a:p>
            <a:r>
              <a:rPr lang="es-MX" sz="1050" dirty="0"/>
              <a:t>El arreglo a transmitir es de tipo </a:t>
            </a:r>
            <a:r>
              <a:rPr lang="es-MX" sz="1050" dirty="0" err="1"/>
              <a:t>char</a:t>
            </a:r>
            <a:endParaRPr lang="es-CO" sz="1050" dirty="0"/>
          </a:p>
        </p:txBody>
      </p:sp>
    </p:spTree>
    <p:extLst>
      <p:ext uri="{BB962C8B-B14F-4D97-AF65-F5344CB8AC3E}">
        <p14:creationId xmlns:p14="http://schemas.microsoft.com/office/powerpoint/2010/main" val="2474974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56FD29E-95A4-4F70-92CD-884A1F55A363}"/>
              </a:ext>
            </a:extLst>
          </p:cNvPr>
          <p:cNvSpPr/>
          <p:nvPr/>
        </p:nvSpPr>
        <p:spPr>
          <a:xfrm>
            <a:off x="355107" y="319594"/>
            <a:ext cx="11452194" cy="5619567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3F14CA74-DEA5-46B2-9C84-43AC000275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324032"/>
              </p:ext>
            </p:extLst>
          </p:nvPr>
        </p:nvGraphicFramePr>
        <p:xfrm>
          <a:off x="8457771" y="601604"/>
          <a:ext cx="3136242" cy="822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78698">
                  <a:extLst>
                    <a:ext uri="{9D8B030D-6E8A-4147-A177-3AD203B41FA5}">
                      <a16:colId xmlns:a16="http://schemas.microsoft.com/office/drawing/2014/main" val="1746442920"/>
                    </a:ext>
                  </a:extLst>
                </a:gridCol>
                <a:gridCol w="2657544">
                  <a:extLst>
                    <a:ext uri="{9D8B030D-6E8A-4147-A177-3AD203B41FA5}">
                      <a16:colId xmlns:a16="http://schemas.microsoft.com/office/drawing/2014/main" val="3738230937"/>
                    </a:ext>
                  </a:extLst>
                </a:gridCol>
              </a:tblGrid>
              <a:tr h="232296"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ESTADOS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30913"/>
                  </a:ext>
                </a:extLst>
              </a:tr>
              <a:tr h="262133"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WAITING_SIGNAL</a:t>
                      </a:r>
                      <a:endParaRPr lang="es-CO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531467"/>
                  </a:ext>
                </a:extLst>
              </a:tr>
              <a:tr h="262133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1</a:t>
                      </a:r>
                      <a:endParaRPr lang="es-CO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MOVING_ </a:t>
                      </a:r>
                      <a:r>
                        <a:rPr lang="es-ES" sz="1200" dirty="0" err="1"/>
                        <a:t>TO_AZi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467625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0EFAA7FC-BD5B-465A-B560-49C9F7B4FFA8}"/>
              </a:ext>
            </a:extLst>
          </p:cNvPr>
          <p:cNvSpPr txBox="1"/>
          <p:nvPr/>
        </p:nvSpPr>
        <p:spPr>
          <a:xfrm>
            <a:off x="8101514" y="5065135"/>
            <a:ext cx="3614347" cy="73866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050" b="1" dirty="0"/>
              <a:t>Breve descripción de la FSM: </a:t>
            </a:r>
          </a:p>
          <a:p>
            <a:r>
              <a:rPr lang="es-ES" sz="1050" dirty="0"/>
              <a:t>Esta FSM describe el proceso de orientación inicial del sistema. Desde la orientación manual (</a:t>
            </a:r>
            <a:r>
              <a:rPr lang="es-ES" sz="1050" dirty="0" err="1"/>
              <a:t>Az</a:t>
            </a:r>
            <a:r>
              <a:rPr lang="es-ES" sz="1050" dirty="0"/>
              <a:t> = 0°) hasta el primer punto de trayectoria </a:t>
            </a:r>
            <a:r>
              <a:rPr lang="es-ES" sz="1050" dirty="0" err="1"/>
              <a:t>Azi</a:t>
            </a:r>
            <a:endParaRPr lang="es-CO" sz="105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25951E8-E730-4197-BA3E-9DEF7E090E21}"/>
              </a:ext>
            </a:extLst>
          </p:cNvPr>
          <p:cNvSpPr/>
          <p:nvPr/>
        </p:nvSpPr>
        <p:spPr>
          <a:xfrm>
            <a:off x="355107" y="6012811"/>
            <a:ext cx="11452194" cy="608969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0DFAF5B-4FFF-4850-B12C-708812E12D3D}"/>
              </a:ext>
            </a:extLst>
          </p:cNvPr>
          <p:cNvCxnSpPr>
            <a:stCxn id="15" idx="1"/>
            <a:endCxn id="15" idx="3"/>
          </p:cNvCxnSpPr>
          <p:nvPr/>
        </p:nvCxnSpPr>
        <p:spPr>
          <a:xfrm>
            <a:off x="355107" y="6317296"/>
            <a:ext cx="1145219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4BD16C6-BD44-407F-8640-50369D8D62E3}"/>
              </a:ext>
            </a:extLst>
          </p:cNvPr>
          <p:cNvSpPr txBox="1"/>
          <p:nvPr/>
        </p:nvSpPr>
        <p:spPr>
          <a:xfrm>
            <a:off x="347516" y="6320826"/>
            <a:ext cx="51834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/>
              <a:t>Autores: </a:t>
            </a:r>
            <a:r>
              <a:rPr lang="es-CO" sz="1400" dirty="0"/>
              <a:t>Valeria </a:t>
            </a:r>
            <a:r>
              <a:rPr lang="es-CO" sz="1400" dirty="0" err="1"/>
              <a:t>Jimenez</a:t>
            </a:r>
            <a:r>
              <a:rPr lang="es-CO" sz="1400" dirty="0"/>
              <a:t>, Jerónimo Rueda &amp; David Esteban González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1D6731A-454E-4711-A25C-9BD175F8467C}"/>
              </a:ext>
            </a:extLst>
          </p:cNvPr>
          <p:cNvSpPr txBox="1"/>
          <p:nvPr/>
        </p:nvSpPr>
        <p:spPr>
          <a:xfrm>
            <a:off x="6372112" y="6320826"/>
            <a:ext cx="222131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/>
              <a:t>FSM: </a:t>
            </a:r>
            <a:r>
              <a:rPr lang="es-CO" sz="1200" dirty="0">
                <a:latin typeface="Source Sans Pro Black" panose="020B0803030403020204" pitchFamily="34" charset="0"/>
                <a:ea typeface="Source Sans Pro Black" panose="020B0803030403020204" pitchFamily="34" charset="0"/>
                <a:cs typeface="ADLaM Display" panose="02010000000000000000" pitchFamily="2" charset="0"/>
              </a:rPr>
              <a:t>INITIAL_POSITION_FSM</a:t>
            </a:r>
          </a:p>
          <a:p>
            <a:endParaRPr lang="es-CO" sz="1400" dirty="0">
              <a:latin typeface="Source Sans Pro Black" panose="020B0803030403020204" pitchFamily="34" charset="0"/>
              <a:ea typeface="Source Sans Pro Black" panose="020B0803030403020204" pitchFamily="34" charset="0"/>
              <a:cs typeface="ADLaM Display" panose="02010000000000000000" pitchFamily="2" charset="0"/>
            </a:endParaRPr>
          </a:p>
          <a:p>
            <a:endParaRPr lang="es-CO" sz="14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FB34EE2-233B-4F07-8DE5-A01489CE3EF8}"/>
              </a:ext>
            </a:extLst>
          </p:cNvPr>
          <p:cNvSpPr txBox="1"/>
          <p:nvPr/>
        </p:nvSpPr>
        <p:spPr>
          <a:xfrm>
            <a:off x="3331159" y="6028966"/>
            <a:ext cx="5355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i="1" dirty="0"/>
              <a:t>Facultad de ingeniería – Pontificia Universidad Javeriana – Bogotá D.C</a:t>
            </a:r>
            <a:endParaRPr lang="es-CO" sz="1400" i="1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84E6930-C86D-4852-BAC4-136AD4E64B6D}"/>
              </a:ext>
            </a:extLst>
          </p:cNvPr>
          <p:cNvSpPr txBox="1"/>
          <p:nvPr/>
        </p:nvSpPr>
        <p:spPr>
          <a:xfrm>
            <a:off x="8770620" y="6307622"/>
            <a:ext cx="19046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/>
              <a:t>Fecha : 4</a:t>
            </a:r>
            <a:r>
              <a:rPr lang="es-CO" sz="1400" dirty="0"/>
              <a:t> de mayo 2024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33D3D519-5734-49CA-B9D6-AEDCE61787A8}"/>
              </a:ext>
            </a:extLst>
          </p:cNvPr>
          <p:cNvCxnSpPr/>
          <p:nvPr/>
        </p:nvCxnSpPr>
        <p:spPr>
          <a:xfrm>
            <a:off x="6151245" y="6336743"/>
            <a:ext cx="0" cy="29984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0EA38F6-CD41-424F-B369-535398F1CA62}"/>
              </a:ext>
            </a:extLst>
          </p:cNvPr>
          <p:cNvCxnSpPr/>
          <p:nvPr/>
        </p:nvCxnSpPr>
        <p:spPr>
          <a:xfrm>
            <a:off x="8770620" y="6324815"/>
            <a:ext cx="0" cy="29984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28F90DC-4343-42EA-BBE1-ACE619901D04}"/>
              </a:ext>
            </a:extLst>
          </p:cNvPr>
          <p:cNvSpPr txBox="1"/>
          <p:nvPr/>
        </p:nvSpPr>
        <p:spPr>
          <a:xfrm>
            <a:off x="4080549" y="484738"/>
            <a:ext cx="3713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rgbClr val="FF0000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ADLaM Display" panose="02010000000000000000" pitchFamily="2" charset="0"/>
              </a:rPr>
              <a:t>INITIAL_POSITION_FSM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F5C9BA3-7D8C-4F44-A204-44AC8796D8B4}"/>
              </a:ext>
            </a:extLst>
          </p:cNvPr>
          <p:cNvSpPr txBox="1"/>
          <p:nvPr/>
        </p:nvSpPr>
        <p:spPr>
          <a:xfrm>
            <a:off x="2659068" y="2732071"/>
            <a:ext cx="495300" cy="51935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0</a:t>
            </a:r>
            <a:endParaRPr lang="es-CO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DFC668C-E09E-4524-87FA-BC55A59B76B6}"/>
              </a:ext>
            </a:extLst>
          </p:cNvPr>
          <p:cNvSpPr txBox="1"/>
          <p:nvPr/>
        </p:nvSpPr>
        <p:spPr>
          <a:xfrm>
            <a:off x="7280022" y="2472395"/>
            <a:ext cx="495300" cy="51935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1</a:t>
            </a:r>
            <a:endParaRPr lang="es-CO" dirty="0"/>
          </a:p>
        </p:txBody>
      </p:sp>
      <p:cxnSp>
        <p:nvCxnSpPr>
          <p:cNvPr id="29" name="Conector: curvado 28">
            <a:extLst>
              <a:ext uri="{FF2B5EF4-FFF2-40B4-BE49-F238E27FC236}">
                <a16:creationId xmlns:a16="http://schemas.microsoft.com/office/drawing/2014/main" id="{0B4FAB74-EBC0-44B0-AF3C-12346A1771AC}"/>
              </a:ext>
            </a:extLst>
          </p:cNvPr>
          <p:cNvCxnSpPr>
            <a:cxnSpLocks/>
            <a:stCxn id="26" idx="0"/>
            <a:endCxn id="27" idx="1"/>
          </p:cNvCxnSpPr>
          <p:nvPr/>
        </p:nvCxnSpPr>
        <p:spPr>
          <a:xfrm rot="5400000" flipH="1" flipV="1">
            <a:off x="5037828" y="417343"/>
            <a:ext cx="183619" cy="4445839"/>
          </a:xfrm>
          <a:prstGeom prst="curvedConnector3">
            <a:avLst>
              <a:gd name="adj1" fmla="val 26591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: curvado 30">
            <a:extLst>
              <a:ext uri="{FF2B5EF4-FFF2-40B4-BE49-F238E27FC236}">
                <a16:creationId xmlns:a16="http://schemas.microsoft.com/office/drawing/2014/main" id="{A21AA19E-3A86-4E30-8535-B49499506112}"/>
              </a:ext>
            </a:extLst>
          </p:cNvPr>
          <p:cNvCxnSpPr>
            <a:cxnSpLocks/>
            <a:stCxn id="27" idx="3"/>
            <a:endCxn id="26" idx="5"/>
          </p:cNvCxnSpPr>
          <p:nvPr/>
        </p:nvCxnSpPr>
        <p:spPr>
          <a:xfrm rot="5400000">
            <a:off x="5087357" y="910165"/>
            <a:ext cx="259676" cy="4270724"/>
          </a:xfrm>
          <a:prstGeom prst="curvedConnector3">
            <a:avLst>
              <a:gd name="adj1" fmla="val 21732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: curvado 33">
            <a:extLst>
              <a:ext uri="{FF2B5EF4-FFF2-40B4-BE49-F238E27FC236}">
                <a16:creationId xmlns:a16="http://schemas.microsoft.com/office/drawing/2014/main" id="{92EC2B34-A087-4F26-8F01-4B01AFCE5049}"/>
              </a:ext>
            </a:extLst>
          </p:cNvPr>
          <p:cNvCxnSpPr>
            <a:cxnSpLocks/>
            <a:stCxn id="27" idx="7"/>
            <a:endCxn id="27" idx="5"/>
          </p:cNvCxnSpPr>
          <p:nvPr/>
        </p:nvCxnSpPr>
        <p:spPr>
          <a:xfrm rot="16200000" flipH="1">
            <a:off x="7519168" y="2732070"/>
            <a:ext cx="367237" cy="12700"/>
          </a:xfrm>
          <a:prstGeom prst="curvedConnector5">
            <a:avLst>
              <a:gd name="adj1" fmla="val -62249"/>
              <a:gd name="adj2" fmla="val 5128858"/>
              <a:gd name="adj3" fmla="val 16224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5195696B-65EF-483C-A3F2-4945B38AA765}"/>
              </a:ext>
            </a:extLst>
          </p:cNvPr>
          <p:cNvSpPr txBox="1"/>
          <p:nvPr/>
        </p:nvSpPr>
        <p:spPr>
          <a:xfrm>
            <a:off x="4711418" y="1563448"/>
            <a:ext cx="29977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flag_orientacion</a:t>
            </a:r>
            <a:r>
              <a:rPr lang="es-ES" sz="8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== 1/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control();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(se configura a la velocidad estándar de inicialización y dirección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dir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 </a:t>
            </a:r>
          </a:p>
          <a:p>
            <a:endParaRPr lang="es-ES" sz="8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s-ES" sz="8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1D9FE385-056B-431C-A185-E0BE971120C1}"/>
              </a:ext>
            </a:extLst>
          </p:cNvPr>
          <p:cNvSpPr txBox="1"/>
          <p:nvPr/>
        </p:nvSpPr>
        <p:spPr>
          <a:xfrm>
            <a:off x="733371" y="584802"/>
            <a:ext cx="31338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NULL/ 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/* recibe como parámetros: </a:t>
            </a:r>
          </a:p>
          <a:p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bool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flag_inicio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dir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Static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uint16_t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Azi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Static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uint32_t N,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steps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endParaRPr lang="es-ES" sz="8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Azi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&lt;= 180 ){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dir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1;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dir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0;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Azi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-= 180;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  <a:p>
            <a:endParaRPr lang="es-ES" sz="8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num_steps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Azi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); //determinar # pasos a dar</a:t>
            </a:r>
          </a:p>
        </p:txBody>
      </p:sp>
      <p:cxnSp>
        <p:nvCxnSpPr>
          <p:cNvPr id="41" name="Conector: curvado 40">
            <a:extLst>
              <a:ext uri="{FF2B5EF4-FFF2-40B4-BE49-F238E27FC236}">
                <a16:creationId xmlns:a16="http://schemas.microsoft.com/office/drawing/2014/main" id="{47C31504-904B-4531-B243-11EEF2B68D67}"/>
              </a:ext>
            </a:extLst>
          </p:cNvPr>
          <p:cNvCxnSpPr>
            <a:cxnSpLocks/>
          </p:cNvCxnSpPr>
          <p:nvPr/>
        </p:nvCxnSpPr>
        <p:spPr>
          <a:xfrm rot="16200000" flipH="1">
            <a:off x="2215567" y="2324307"/>
            <a:ext cx="512524" cy="497816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05B40C91-B437-7596-CD46-0C1E5DC3B102}"/>
              </a:ext>
            </a:extLst>
          </p:cNvPr>
          <p:cNvSpPr txBox="1"/>
          <p:nvPr/>
        </p:nvSpPr>
        <p:spPr>
          <a:xfrm>
            <a:off x="8392642" y="2573214"/>
            <a:ext cx="22985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 &lt;=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steps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</a:t>
            </a:r>
          </a:p>
          <a:p>
            <a:endParaRPr lang="es-ES" sz="8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(Pregunta si aún no se ha alcanzado el # de pasos esperado)</a:t>
            </a:r>
          </a:p>
        </p:txBody>
      </p:sp>
      <p:cxnSp>
        <p:nvCxnSpPr>
          <p:cNvPr id="38" name="Conector: curvado 37">
            <a:extLst>
              <a:ext uri="{FF2B5EF4-FFF2-40B4-BE49-F238E27FC236}">
                <a16:creationId xmlns:a16="http://schemas.microsoft.com/office/drawing/2014/main" id="{C45853BA-E726-3302-E4F7-A2D63AC40AC3}"/>
              </a:ext>
            </a:extLst>
          </p:cNvPr>
          <p:cNvCxnSpPr>
            <a:cxnSpLocks/>
            <a:stCxn id="26" idx="4"/>
            <a:endCxn id="26" idx="2"/>
          </p:cNvCxnSpPr>
          <p:nvPr/>
        </p:nvCxnSpPr>
        <p:spPr>
          <a:xfrm rot="5400000" flipH="1">
            <a:off x="2653055" y="2997760"/>
            <a:ext cx="259675" cy="247650"/>
          </a:xfrm>
          <a:prstGeom prst="curvedConnector4">
            <a:avLst>
              <a:gd name="adj1" fmla="val -117378"/>
              <a:gd name="adj2" fmla="val 23846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9FF0031-7F48-9930-711D-2350B5363A04}"/>
              </a:ext>
            </a:extLst>
          </p:cNvPr>
          <p:cNvSpPr txBox="1"/>
          <p:nvPr/>
        </p:nvSpPr>
        <p:spPr>
          <a:xfrm>
            <a:off x="1706279" y="3575266"/>
            <a:ext cx="20808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flag_orientacion</a:t>
            </a:r>
            <a:r>
              <a:rPr lang="es-ES" sz="8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== 0</a:t>
            </a:r>
          </a:p>
          <a:p>
            <a:endParaRPr lang="es-ES" sz="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s-ES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(Pregunta si es hora de iniciar la orientación inicial)</a:t>
            </a:r>
            <a:endParaRPr lang="es-CO" sz="80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893804E-3FE2-D0E0-9FAA-836088D67B40}"/>
              </a:ext>
            </a:extLst>
          </p:cNvPr>
          <p:cNvSpPr txBox="1"/>
          <p:nvPr/>
        </p:nvSpPr>
        <p:spPr>
          <a:xfrm>
            <a:off x="4919813" y="3569356"/>
            <a:ext cx="16505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 &gt;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steps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/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N = 0;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s-ES" sz="8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flag_orientacion</a:t>
            </a:r>
            <a:r>
              <a:rPr lang="es-ES" sz="800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 0;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C8E6B05-EE12-EB7F-221C-E048AA1B453E}"/>
              </a:ext>
            </a:extLst>
          </p:cNvPr>
          <p:cNvSpPr txBox="1"/>
          <p:nvPr/>
        </p:nvSpPr>
        <p:spPr>
          <a:xfrm>
            <a:off x="620346" y="4848467"/>
            <a:ext cx="2461487" cy="90024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050" b="1" dirty="0"/>
              <a:t>Control():</a:t>
            </a:r>
          </a:p>
          <a:p>
            <a:r>
              <a:rPr lang="es-ES" sz="1050" dirty="0"/>
              <a:t>Esta función establece y </a:t>
            </a:r>
            <a:r>
              <a:rPr lang="es-ES" sz="1050" dirty="0" err="1"/>
              <a:t>configuralas</a:t>
            </a:r>
            <a:r>
              <a:rPr lang="es-ES" sz="1050" dirty="0"/>
              <a:t> salidas de microcontrolador para el motor </a:t>
            </a:r>
            <a:r>
              <a:rPr lang="es-ES" sz="1050" dirty="0" err="1"/>
              <a:t>Az</a:t>
            </a:r>
            <a:r>
              <a:rPr lang="es-ES" sz="1050" dirty="0"/>
              <a:t>, para ir a la posición inicial </a:t>
            </a:r>
            <a:r>
              <a:rPr lang="es-ES" sz="1050" dirty="0" err="1"/>
              <a:t>Azi</a:t>
            </a:r>
            <a:r>
              <a:rPr lang="es-ES" sz="1050" dirty="0"/>
              <a:t>, según los parámetros recibidos.</a:t>
            </a:r>
            <a:endParaRPr lang="es-CO" sz="1050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FBF1149-CB28-60DF-1904-3943218B2B89}"/>
              </a:ext>
            </a:extLst>
          </p:cNvPr>
          <p:cNvSpPr txBox="1"/>
          <p:nvPr/>
        </p:nvSpPr>
        <p:spPr>
          <a:xfrm>
            <a:off x="3253600" y="4992200"/>
            <a:ext cx="2461487" cy="73866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050" b="1" dirty="0"/>
              <a:t>num2steps():</a:t>
            </a:r>
          </a:p>
          <a:p>
            <a:r>
              <a:rPr lang="es-ES" sz="1050" dirty="0"/>
              <a:t>Esta función calcula cuantos pasos se deben realizar para que el motor alcance el ángulo deseado</a:t>
            </a:r>
            <a:endParaRPr lang="es-CO" sz="1050" dirty="0"/>
          </a:p>
        </p:txBody>
      </p:sp>
    </p:spTree>
    <p:extLst>
      <p:ext uri="{BB962C8B-B14F-4D97-AF65-F5344CB8AC3E}">
        <p14:creationId xmlns:p14="http://schemas.microsoft.com/office/powerpoint/2010/main" val="909664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56FD29E-95A4-4F70-92CD-884A1F55A363}"/>
              </a:ext>
            </a:extLst>
          </p:cNvPr>
          <p:cNvSpPr/>
          <p:nvPr/>
        </p:nvSpPr>
        <p:spPr>
          <a:xfrm>
            <a:off x="355107" y="319594"/>
            <a:ext cx="11452194" cy="5619567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3F14CA74-DEA5-46B2-9C84-43AC000275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829207"/>
              </p:ext>
            </p:extLst>
          </p:nvPr>
        </p:nvGraphicFramePr>
        <p:xfrm>
          <a:off x="8457771" y="601604"/>
          <a:ext cx="3136242" cy="822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78698">
                  <a:extLst>
                    <a:ext uri="{9D8B030D-6E8A-4147-A177-3AD203B41FA5}">
                      <a16:colId xmlns:a16="http://schemas.microsoft.com/office/drawing/2014/main" val="1746442920"/>
                    </a:ext>
                  </a:extLst>
                </a:gridCol>
                <a:gridCol w="2657544">
                  <a:extLst>
                    <a:ext uri="{9D8B030D-6E8A-4147-A177-3AD203B41FA5}">
                      <a16:colId xmlns:a16="http://schemas.microsoft.com/office/drawing/2014/main" val="3738230937"/>
                    </a:ext>
                  </a:extLst>
                </a:gridCol>
              </a:tblGrid>
              <a:tr h="232296"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ESTADOS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30913"/>
                  </a:ext>
                </a:extLst>
              </a:tr>
              <a:tr h="262133"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WAITING_BUTTON</a:t>
                      </a:r>
                      <a:endParaRPr lang="es-CO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531467"/>
                  </a:ext>
                </a:extLst>
              </a:tr>
              <a:tr h="262133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1</a:t>
                      </a:r>
                      <a:endParaRPr lang="es-CO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OPERATING_PHASE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467625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0EFAA7FC-BD5B-465A-B560-49C9F7B4FFA8}"/>
              </a:ext>
            </a:extLst>
          </p:cNvPr>
          <p:cNvSpPr txBox="1"/>
          <p:nvPr/>
        </p:nvSpPr>
        <p:spPr>
          <a:xfrm>
            <a:off x="8107113" y="5083314"/>
            <a:ext cx="3614347" cy="73866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050" b="1" dirty="0"/>
              <a:t>Breve descripción de la FSM: </a:t>
            </a:r>
          </a:p>
          <a:p>
            <a:r>
              <a:rPr lang="es-ES" sz="1050" dirty="0"/>
              <a:t>Esta FSM describe la operación del sistema de modo que espera la señal de inicio (pulsador físico) y finaliza una vez se da la condición internamente en </a:t>
            </a:r>
            <a:r>
              <a:rPr lang="es-ES" sz="1050" dirty="0" err="1"/>
              <a:t>operation</a:t>
            </a:r>
            <a:r>
              <a:rPr lang="es-ES" sz="1050" dirty="0"/>
              <a:t>().</a:t>
            </a:r>
            <a:endParaRPr lang="es-CO" sz="105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25951E8-E730-4197-BA3E-9DEF7E090E21}"/>
              </a:ext>
            </a:extLst>
          </p:cNvPr>
          <p:cNvSpPr/>
          <p:nvPr/>
        </p:nvSpPr>
        <p:spPr>
          <a:xfrm>
            <a:off x="355107" y="6012811"/>
            <a:ext cx="11452194" cy="608969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0DFAF5B-4FFF-4850-B12C-708812E12D3D}"/>
              </a:ext>
            </a:extLst>
          </p:cNvPr>
          <p:cNvCxnSpPr>
            <a:stCxn id="15" idx="1"/>
            <a:endCxn id="15" idx="3"/>
          </p:cNvCxnSpPr>
          <p:nvPr/>
        </p:nvCxnSpPr>
        <p:spPr>
          <a:xfrm>
            <a:off x="355107" y="6317296"/>
            <a:ext cx="1145219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4BD16C6-BD44-407F-8640-50369D8D62E3}"/>
              </a:ext>
            </a:extLst>
          </p:cNvPr>
          <p:cNvSpPr txBox="1"/>
          <p:nvPr/>
        </p:nvSpPr>
        <p:spPr>
          <a:xfrm>
            <a:off x="347516" y="6320826"/>
            <a:ext cx="51834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/>
              <a:t>Autores: </a:t>
            </a:r>
            <a:r>
              <a:rPr lang="es-CO" sz="1400" dirty="0"/>
              <a:t>Valeria </a:t>
            </a:r>
            <a:r>
              <a:rPr lang="es-CO" sz="1400" dirty="0" err="1"/>
              <a:t>Jimenez</a:t>
            </a:r>
            <a:r>
              <a:rPr lang="es-CO" sz="1400" dirty="0"/>
              <a:t>, Jerónimo Rueda &amp; David Esteban González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1D6731A-454E-4711-A25C-9BD175F8467C}"/>
              </a:ext>
            </a:extLst>
          </p:cNvPr>
          <p:cNvSpPr txBox="1"/>
          <p:nvPr/>
        </p:nvSpPr>
        <p:spPr>
          <a:xfrm>
            <a:off x="6599545" y="6320826"/>
            <a:ext cx="2038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/>
              <a:t>FSM: </a:t>
            </a:r>
            <a:r>
              <a:rPr lang="es-CO" sz="1400" b="1" dirty="0">
                <a:latin typeface="Source Sans Pro Black" panose="020B0803030403020204" pitchFamily="34" charset="0"/>
                <a:ea typeface="Source Sans Pro Black" panose="020B0803030403020204" pitchFamily="34" charset="0"/>
                <a:cs typeface="ADLaM Display" panose="02010000000000000000" pitchFamily="2" charset="0"/>
              </a:rPr>
              <a:t>OPERATION_FSM</a:t>
            </a:r>
          </a:p>
          <a:p>
            <a:endParaRPr lang="es-CO" sz="1400" b="1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FB34EE2-233B-4F07-8DE5-A01489CE3EF8}"/>
              </a:ext>
            </a:extLst>
          </p:cNvPr>
          <p:cNvSpPr txBox="1"/>
          <p:nvPr/>
        </p:nvSpPr>
        <p:spPr>
          <a:xfrm>
            <a:off x="3331159" y="6028966"/>
            <a:ext cx="5355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i="1" dirty="0"/>
              <a:t>Facultad de ingeniería – Pontificia Universidad Javeriana – Bogotá D.C</a:t>
            </a:r>
            <a:endParaRPr lang="es-CO" sz="1400" i="1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84E6930-C86D-4852-BAC4-136AD4E64B6D}"/>
              </a:ext>
            </a:extLst>
          </p:cNvPr>
          <p:cNvSpPr txBox="1"/>
          <p:nvPr/>
        </p:nvSpPr>
        <p:spPr>
          <a:xfrm>
            <a:off x="8770620" y="6307622"/>
            <a:ext cx="19046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/>
              <a:t>Fecha : 4</a:t>
            </a:r>
            <a:r>
              <a:rPr lang="es-CO" sz="1400" dirty="0"/>
              <a:t> de mayo 2024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33D3D519-5734-49CA-B9D6-AEDCE61787A8}"/>
              </a:ext>
            </a:extLst>
          </p:cNvPr>
          <p:cNvCxnSpPr/>
          <p:nvPr/>
        </p:nvCxnSpPr>
        <p:spPr>
          <a:xfrm>
            <a:off x="6570345" y="6321938"/>
            <a:ext cx="0" cy="29984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0EA38F6-CD41-424F-B369-535398F1CA62}"/>
              </a:ext>
            </a:extLst>
          </p:cNvPr>
          <p:cNvCxnSpPr/>
          <p:nvPr/>
        </p:nvCxnSpPr>
        <p:spPr>
          <a:xfrm>
            <a:off x="8770620" y="6324815"/>
            <a:ext cx="0" cy="29984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28F90DC-4343-42EA-BBE1-ACE619901D04}"/>
              </a:ext>
            </a:extLst>
          </p:cNvPr>
          <p:cNvSpPr txBox="1"/>
          <p:nvPr/>
        </p:nvSpPr>
        <p:spPr>
          <a:xfrm>
            <a:off x="4080549" y="484738"/>
            <a:ext cx="3713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rgbClr val="FF0000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ADLaM Display" panose="02010000000000000000" pitchFamily="2" charset="0"/>
              </a:rPr>
              <a:t>OPERATION_FSM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F5C9BA3-7D8C-4F44-A204-44AC8796D8B4}"/>
              </a:ext>
            </a:extLst>
          </p:cNvPr>
          <p:cNvSpPr txBox="1"/>
          <p:nvPr/>
        </p:nvSpPr>
        <p:spPr>
          <a:xfrm>
            <a:off x="2659068" y="2732071"/>
            <a:ext cx="495300" cy="51935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0</a:t>
            </a:r>
            <a:endParaRPr lang="es-CO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DFC668C-E09E-4524-87FA-BC55A59B76B6}"/>
              </a:ext>
            </a:extLst>
          </p:cNvPr>
          <p:cNvSpPr txBox="1"/>
          <p:nvPr/>
        </p:nvSpPr>
        <p:spPr>
          <a:xfrm>
            <a:off x="7280022" y="2472395"/>
            <a:ext cx="495300" cy="51935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1</a:t>
            </a:r>
            <a:endParaRPr lang="es-CO" dirty="0"/>
          </a:p>
        </p:txBody>
      </p:sp>
      <p:cxnSp>
        <p:nvCxnSpPr>
          <p:cNvPr id="29" name="Conector: curvado 28">
            <a:extLst>
              <a:ext uri="{FF2B5EF4-FFF2-40B4-BE49-F238E27FC236}">
                <a16:creationId xmlns:a16="http://schemas.microsoft.com/office/drawing/2014/main" id="{0B4FAB74-EBC0-44B0-AF3C-12346A1771AC}"/>
              </a:ext>
            </a:extLst>
          </p:cNvPr>
          <p:cNvCxnSpPr>
            <a:cxnSpLocks/>
            <a:stCxn id="26" idx="0"/>
            <a:endCxn id="27" idx="1"/>
          </p:cNvCxnSpPr>
          <p:nvPr/>
        </p:nvCxnSpPr>
        <p:spPr>
          <a:xfrm rot="5400000" flipH="1" flipV="1">
            <a:off x="5037828" y="417343"/>
            <a:ext cx="183619" cy="4445839"/>
          </a:xfrm>
          <a:prstGeom prst="curvedConnector3">
            <a:avLst>
              <a:gd name="adj1" fmla="val 26591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: curvado 30">
            <a:extLst>
              <a:ext uri="{FF2B5EF4-FFF2-40B4-BE49-F238E27FC236}">
                <a16:creationId xmlns:a16="http://schemas.microsoft.com/office/drawing/2014/main" id="{A21AA19E-3A86-4E30-8535-B49499506112}"/>
              </a:ext>
            </a:extLst>
          </p:cNvPr>
          <p:cNvCxnSpPr>
            <a:cxnSpLocks/>
            <a:stCxn id="27" idx="3"/>
            <a:endCxn id="26" idx="5"/>
          </p:cNvCxnSpPr>
          <p:nvPr/>
        </p:nvCxnSpPr>
        <p:spPr>
          <a:xfrm rot="5400000">
            <a:off x="5087357" y="910165"/>
            <a:ext cx="259676" cy="4270724"/>
          </a:xfrm>
          <a:prstGeom prst="curvedConnector3">
            <a:avLst>
              <a:gd name="adj1" fmla="val 21732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: curvado 33">
            <a:extLst>
              <a:ext uri="{FF2B5EF4-FFF2-40B4-BE49-F238E27FC236}">
                <a16:creationId xmlns:a16="http://schemas.microsoft.com/office/drawing/2014/main" id="{92EC2B34-A087-4F26-8F01-4B01AFCE5049}"/>
              </a:ext>
            </a:extLst>
          </p:cNvPr>
          <p:cNvCxnSpPr>
            <a:cxnSpLocks/>
            <a:stCxn id="27" idx="7"/>
            <a:endCxn id="27" idx="5"/>
          </p:cNvCxnSpPr>
          <p:nvPr/>
        </p:nvCxnSpPr>
        <p:spPr>
          <a:xfrm rot="16200000" flipH="1">
            <a:off x="7519168" y="2732070"/>
            <a:ext cx="367237" cy="12700"/>
          </a:xfrm>
          <a:prstGeom prst="curvedConnector5">
            <a:avLst>
              <a:gd name="adj1" fmla="val -62249"/>
              <a:gd name="adj2" fmla="val 5128858"/>
              <a:gd name="adj3" fmla="val 16224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5195696B-65EF-483C-A3F2-4945B38AA765}"/>
              </a:ext>
            </a:extLst>
          </p:cNvPr>
          <p:cNvSpPr txBox="1"/>
          <p:nvPr/>
        </p:nvSpPr>
        <p:spPr>
          <a:xfrm>
            <a:off x="4015950" y="1711791"/>
            <a:ext cx="29792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INICIO_GetValue</a:t>
            </a:r>
            <a:r>
              <a:rPr lang="es-ES" sz="8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== 1 &amp;&amp;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flag_inicio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== 0/ 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control();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operation_flag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1; 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1D9FE385-056B-431C-A185-E0BE971120C1}"/>
              </a:ext>
            </a:extLst>
          </p:cNvPr>
          <p:cNvSpPr txBox="1"/>
          <p:nvPr/>
        </p:nvSpPr>
        <p:spPr>
          <a:xfrm>
            <a:off x="706559" y="1070621"/>
            <a:ext cx="31338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NULL/ 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/* recibe como parámetros: </a:t>
            </a:r>
          </a:p>
          <a:p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bool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s-ES" sz="80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INICIO_GetValue</a:t>
            </a:r>
            <a:r>
              <a:rPr lang="es-ES" sz="8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();</a:t>
            </a:r>
          </a:p>
          <a:p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bool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operation_flag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s-ES" sz="8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flag_inicio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endParaRPr lang="es-ES" sz="80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41" name="Conector: curvado 40">
            <a:extLst>
              <a:ext uri="{FF2B5EF4-FFF2-40B4-BE49-F238E27FC236}">
                <a16:creationId xmlns:a16="http://schemas.microsoft.com/office/drawing/2014/main" id="{47C31504-904B-4531-B243-11EEF2B68D67}"/>
              </a:ext>
            </a:extLst>
          </p:cNvPr>
          <p:cNvCxnSpPr>
            <a:cxnSpLocks/>
          </p:cNvCxnSpPr>
          <p:nvPr/>
        </p:nvCxnSpPr>
        <p:spPr>
          <a:xfrm rot="16200000" flipH="1">
            <a:off x="2215567" y="2324307"/>
            <a:ext cx="512524" cy="497816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05B40C91-B437-7596-CD46-0C1E5DC3B102}"/>
              </a:ext>
            </a:extLst>
          </p:cNvPr>
          <p:cNvSpPr txBox="1"/>
          <p:nvPr/>
        </p:nvSpPr>
        <p:spPr>
          <a:xfrm>
            <a:off x="8447927" y="2407011"/>
            <a:ext cx="29977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operation_flag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== 1/ 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operation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();</a:t>
            </a:r>
          </a:p>
          <a:p>
            <a:endParaRPr lang="es-ES" sz="8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(Mantiene los motores en movimiento a            velocidad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cte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según los parámetros ingresados. Cuando acaba la operación,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operation_flag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cambia a 0)</a:t>
            </a:r>
          </a:p>
        </p:txBody>
      </p:sp>
      <p:cxnSp>
        <p:nvCxnSpPr>
          <p:cNvPr id="38" name="Conector: curvado 37">
            <a:extLst>
              <a:ext uri="{FF2B5EF4-FFF2-40B4-BE49-F238E27FC236}">
                <a16:creationId xmlns:a16="http://schemas.microsoft.com/office/drawing/2014/main" id="{C45853BA-E726-3302-E4F7-A2D63AC40AC3}"/>
              </a:ext>
            </a:extLst>
          </p:cNvPr>
          <p:cNvCxnSpPr>
            <a:cxnSpLocks/>
            <a:stCxn id="26" idx="4"/>
            <a:endCxn id="26" idx="2"/>
          </p:cNvCxnSpPr>
          <p:nvPr/>
        </p:nvCxnSpPr>
        <p:spPr>
          <a:xfrm rot="5400000" flipH="1">
            <a:off x="2653055" y="2997760"/>
            <a:ext cx="259675" cy="247650"/>
          </a:xfrm>
          <a:prstGeom prst="curvedConnector4">
            <a:avLst>
              <a:gd name="adj1" fmla="val -117378"/>
              <a:gd name="adj2" fmla="val 23846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028D9488-0FCF-7882-CFAB-FCEE36155F1F}"/>
              </a:ext>
            </a:extLst>
          </p:cNvPr>
          <p:cNvSpPr txBox="1"/>
          <p:nvPr/>
        </p:nvSpPr>
        <p:spPr>
          <a:xfrm>
            <a:off x="763737" y="3616374"/>
            <a:ext cx="3316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INICIO_GetValue</a:t>
            </a:r>
            <a:r>
              <a:rPr lang="es-ES" sz="8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 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== 0 ||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flag_inicio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== 1</a:t>
            </a:r>
          </a:p>
          <a:p>
            <a:endParaRPr lang="es-ES" sz="8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(Pregunta si el botón de inicio fue activado y además si la recepción de datos ya fue ejecutada)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392511A-23CE-BB9C-6758-453EF3895BBB}"/>
              </a:ext>
            </a:extLst>
          </p:cNvPr>
          <p:cNvSpPr txBox="1"/>
          <p:nvPr/>
        </p:nvSpPr>
        <p:spPr>
          <a:xfrm>
            <a:off x="5436975" y="3542812"/>
            <a:ext cx="2997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operation_flag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== 0/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s-ES" sz="8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flag_inicio</a:t>
            </a:r>
            <a:r>
              <a:rPr lang="es-ES" sz="800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== 1;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5020F2B-B8E4-167B-5EAD-C1A95A5F678B}"/>
              </a:ext>
            </a:extLst>
          </p:cNvPr>
          <p:cNvSpPr txBox="1"/>
          <p:nvPr/>
        </p:nvSpPr>
        <p:spPr>
          <a:xfrm>
            <a:off x="491041" y="4760149"/>
            <a:ext cx="2461487" cy="106182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050" b="1" dirty="0"/>
              <a:t>Control():</a:t>
            </a:r>
          </a:p>
          <a:p>
            <a:r>
              <a:rPr lang="es-ES" sz="1050" dirty="0"/>
              <a:t>Esta función establece y configura las salidas de microcontrolador para ambos motores,  para ir a la velocidad calculada a través de los puntos de trayectoria del satélite</a:t>
            </a:r>
            <a:endParaRPr lang="es-CO" sz="1050" dirty="0"/>
          </a:p>
        </p:txBody>
      </p:sp>
    </p:spTree>
    <p:extLst>
      <p:ext uri="{BB962C8B-B14F-4D97-AF65-F5344CB8AC3E}">
        <p14:creationId xmlns:p14="http://schemas.microsoft.com/office/powerpoint/2010/main" val="1625699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56FD29E-95A4-4F70-92CD-884A1F55A363}"/>
              </a:ext>
            </a:extLst>
          </p:cNvPr>
          <p:cNvSpPr/>
          <p:nvPr/>
        </p:nvSpPr>
        <p:spPr>
          <a:xfrm>
            <a:off x="355107" y="319594"/>
            <a:ext cx="11452194" cy="5619567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3F14CA74-DEA5-46B2-9C84-43AC000275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49563"/>
              </p:ext>
            </p:extLst>
          </p:nvPr>
        </p:nvGraphicFramePr>
        <p:xfrm>
          <a:off x="8593204" y="352000"/>
          <a:ext cx="3136242" cy="1645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78698">
                  <a:extLst>
                    <a:ext uri="{9D8B030D-6E8A-4147-A177-3AD203B41FA5}">
                      <a16:colId xmlns:a16="http://schemas.microsoft.com/office/drawing/2014/main" val="1746442920"/>
                    </a:ext>
                  </a:extLst>
                </a:gridCol>
                <a:gridCol w="2657544">
                  <a:extLst>
                    <a:ext uri="{9D8B030D-6E8A-4147-A177-3AD203B41FA5}">
                      <a16:colId xmlns:a16="http://schemas.microsoft.com/office/drawing/2014/main" val="3738230937"/>
                    </a:ext>
                  </a:extLst>
                </a:gridCol>
              </a:tblGrid>
              <a:tr h="232296"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ESTADOS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30913"/>
                  </a:ext>
                </a:extLst>
              </a:tr>
              <a:tr h="262133"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WAITING_RECEPTION</a:t>
                      </a:r>
                      <a:endParaRPr lang="es-CO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531467"/>
                  </a:ext>
                </a:extLst>
              </a:tr>
              <a:tr h="262133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1</a:t>
                      </a:r>
                      <a:endParaRPr lang="es-CO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INITIAL_POSITION_PHASE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467625"/>
                  </a:ext>
                </a:extLst>
              </a:tr>
              <a:tr h="262133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2</a:t>
                      </a:r>
                      <a:endParaRPr lang="es-CO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WAITING_TRACKING_SIGNAL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937675"/>
                  </a:ext>
                </a:extLst>
              </a:tr>
              <a:tr h="262133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3</a:t>
                      </a:r>
                      <a:endParaRPr lang="es-CO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ENDING_INITIAL_POSITION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636732"/>
                  </a:ext>
                </a:extLst>
              </a:tr>
              <a:tr h="262133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4</a:t>
                      </a:r>
                      <a:endParaRPr lang="es-CO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/>
                        <a:t>TRACKING_PHASE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418694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0EFAA7FC-BD5B-465A-B560-49C9F7B4FFA8}"/>
              </a:ext>
            </a:extLst>
          </p:cNvPr>
          <p:cNvSpPr txBox="1"/>
          <p:nvPr/>
        </p:nvSpPr>
        <p:spPr>
          <a:xfrm>
            <a:off x="8123104" y="4934609"/>
            <a:ext cx="3614347" cy="90024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050" b="1" dirty="0"/>
              <a:t>Breve descripción de la FSM: </a:t>
            </a:r>
          </a:p>
          <a:p>
            <a:r>
              <a:rPr lang="es-ES" sz="1050" dirty="0"/>
              <a:t>Esta FSM describe el funcionamiento general del sistema de seguimiento. Partiendo desde la recepción, la ubicación inicial del sistema, y la operación de seguimiento. Una vez finaliza, espera por nuevas instrucciones de recepción</a:t>
            </a:r>
            <a:endParaRPr lang="es-CO" sz="105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25951E8-E730-4197-BA3E-9DEF7E090E21}"/>
              </a:ext>
            </a:extLst>
          </p:cNvPr>
          <p:cNvSpPr/>
          <p:nvPr/>
        </p:nvSpPr>
        <p:spPr>
          <a:xfrm>
            <a:off x="355107" y="6012811"/>
            <a:ext cx="11452194" cy="608969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0DFAF5B-4FFF-4850-B12C-708812E12D3D}"/>
              </a:ext>
            </a:extLst>
          </p:cNvPr>
          <p:cNvCxnSpPr>
            <a:stCxn id="15" idx="1"/>
            <a:endCxn id="15" idx="3"/>
          </p:cNvCxnSpPr>
          <p:nvPr/>
        </p:nvCxnSpPr>
        <p:spPr>
          <a:xfrm>
            <a:off x="355107" y="6317296"/>
            <a:ext cx="1145219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4BD16C6-BD44-407F-8640-50369D8D62E3}"/>
              </a:ext>
            </a:extLst>
          </p:cNvPr>
          <p:cNvSpPr txBox="1"/>
          <p:nvPr/>
        </p:nvSpPr>
        <p:spPr>
          <a:xfrm>
            <a:off x="347516" y="6320826"/>
            <a:ext cx="51834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/>
              <a:t>Autores: </a:t>
            </a:r>
            <a:r>
              <a:rPr lang="es-CO" sz="1400" dirty="0"/>
              <a:t>Valeria </a:t>
            </a:r>
            <a:r>
              <a:rPr lang="es-CO" sz="1400" dirty="0" err="1"/>
              <a:t>Jimenez</a:t>
            </a:r>
            <a:r>
              <a:rPr lang="es-CO" sz="1400" dirty="0"/>
              <a:t>, Jerónimo Rueda &amp; David Esteban González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1D6731A-454E-4711-A25C-9BD175F8467C}"/>
              </a:ext>
            </a:extLst>
          </p:cNvPr>
          <p:cNvSpPr txBox="1"/>
          <p:nvPr/>
        </p:nvSpPr>
        <p:spPr>
          <a:xfrm>
            <a:off x="6733011" y="6320826"/>
            <a:ext cx="14422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/>
              <a:t>FSM: </a:t>
            </a:r>
            <a:r>
              <a:rPr lang="es-CO" sz="1400" dirty="0">
                <a:latin typeface="Source Sans Pro Black" panose="020B0803030403020204" pitchFamily="34" charset="0"/>
                <a:ea typeface="Source Sans Pro Black" panose="020B0803030403020204" pitchFamily="34" charset="0"/>
                <a:cs typeface="ADLaM Display" panose="02010000000000000000" pitchFamily="2" charset="0"/>
              </a:rPr>
              <a:t>MAIN_FSM</a:t>
            </a:r>
          </a:p>
          <a:p>
            <a:endParaRPr lang="es-CO" sz="14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FB34EE2-233B-4F07-8DE5-A01489CE3EF8}"/>
              </a:ext>
            </a:extLst>
          </p:cNvPr>
          <p:cNvSpPr txBox="1"/>
          <p:nvPr/>
        </p:nvSpPr>
        <p:spPr>
          <a:xfrm>
            <a:off x="3331159" y="6028966"/>
            <a:ext cx="5355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i="1" dirty="0"/>
              <a:t>Facultad de ingeniería – Pontificia Universidad Javeriana – Bogotá D.C</a:t>
            </a:r>
            <a:endParaRPr lang="es-CO" sz="1400" i="1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84E6930-C86D-4852-BAC4-136AD4E64B6D}"/>
              </a:ext>
            </a:extLst>
          </p:cNvPr>
          <p:cNvSpPr txBox="1"/>
          <p:nvPr/>
        </p:nvSpPr>
        <p:spPr>
          <a:xfrm>
            <a:off x="8770620" y="6307622"/>
            <a:ext cx="19543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/>
              <a:t>Fecha: : 4</a:t>
            </a:r>
            <a:r>
              <a:rPr lang="es-CO" sz="1400" dirty="0"/>
              <a:t> de mayo 2024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33D3D519-5734-49CA-B9D6-AEDCE61787A8}"/>
              </a:ext>
            </a:extLst>
          </p:cNvPr>
          <p:cNvCxnSpPr/>
          <p:nvPr/>
        </p:nvCxnSpPr>
        <p:spPr>
          <a:xfrm>
            <a:off x="6570345" y="6321938"/>
            <a:ext cx="0" cy="29984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0EA38F6-CD41-424F-B369-535398F1CA62}"/>
              </a:ext>
            </a:extLst>
          </p:cNvPr>
          <p:cNvCxnSpPr/>
          <p:nvPr/>
        </p:nvCxnSpPr>
        <p:spPr>
          <a:xfrm>
            <a:off x="8770620" y="6324815"/>
            <a:ext cx="0" cy="29984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28F90DC-4343-42EA-BBE1-ACE619901D04}"/>
              </a:ext>
            </a:extLst>
          </p:cNvPr>
          <p:cNvSpPr txBox="1"/>
          <p:nvPr/>
        </p:nvSpPr>
        <p:spPr>
          <a:xfrm>
            <a:off x="5402244" y="651502"/>
            <a:ext cx="3713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rgbClr val="FF0000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ADLaM Display" panose="02010000000000000000" pitchFamily="2" charset="0"/>
              </a:rPr>
              <a:t>MAIN_FSM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F5C9BA3-7D8C-4F44-A204-44AC8796D8B4}"/>
              </a:ext>
            </a:extLst>
          </p:cNvPr>
          <p:cNvSpPr txBox="1"/>
          <p:nvPr/>
        </p:nvSpPr>
        <p:spPr>
          <a:xfrm>
            <a:off x="1936621" y="2219069"/>
            <a:ext cx="495300" cy="51935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0</a:t>
            </a:r>
            <a:endParaRPr lang="es-CO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DFC668C-E09E-4524-87FA-BC55A59B76B6}"/>
              </a:ext>
            </a:extLst>
          </p:cNvPr>
          <p:cNvSpPr txBox="1"/>
          <p:nvPr/>
        </p:nvSpPr>
        <p:spPr>
          <a:xfrm>
            <a:off x="6322695" y="2199524"/>
            <a:ext cx="495300" cy="51935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1</a:t>
            </a:r>
            <a:endParaRPr lang="es-CO" dirty="0"/>
          </a:p>
        </p:txBody>
      </p:sp>
      <p:cxnSp>
        <p:nvCxnSpPr>
          <p:cNvPr id="29" name="Conector: curvado 28">
            <a:extLst>
              <a:ext uri="{FF2B5EF4-FFF2-40B4-BE49-F238E27FC236}">
                <a16:creationId xmlns:a16="http://schemas.microsoft.com/office/drawing/2014/main" id="{0B4FAB74-EBC0-44B0-AF3C-12346A1771AC}"/>
              </a:ext>
            </a:extLst>
          </p:cNvPr>
          <p:cNvCxnSpPr>
            <a:cxnSpLocks/>
            <a:stCxn id="26" idx="0"/>
            <a:endCxn id="27" idx="1"/>
          </p:cNvCxnSpPr>
          <p:nvPr/>
        </p:nvCxnSpPr>
        <p:spPr>
          <a:xfrm rot="16200000" flipH="1">
            <a:off x="4261494" y="141846"/>
            <a:ext cx="56512" cy="4210959"/>
          </a:xfrm>
          <a:prstGeom prst="curvedConnector3">
            <a:avLst>
              <a:gd name="adj1" fmla="val -43910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: curvado 33">
            <a:extLst>
              <a:ext uri="{FF2B5EF4-FFF2-40B4-BE49-F238E27FC236}">
                <a16:creationId xmlns:a16="http://schemas.microsoft.com/office/drawing/2014/main" id="{92EC2B34-A087-4F26-8F01-4B01AFCE5049}"/>
              </a:ext>
            </a:extLst>
          </p:cNvPr>
          <p:cNvCxnSpPr>
            <a:cxnSpLocks/>
            <a:stCxn id="27" idx="0"/>
            <a:endCxn id="11" idx="2"/>
          </p:cNvCxnSpPr>
          <p:nvPr/>
        </p:nvCxnSpPr>
        <p:spPr>
          <a:xfrm rot="16200000" flipH="1">
            <a:off x="6958005" y="1811864"/>
            <a:ext cx="782198" cy="1557518"/>
          </a:xfrm>
          <a:prstGeom prst="curvedConnector4">
            <a:avLst>
              <a:gd name="adj1" fmla="val -29225"/>
              <a:gd name="adj2" fmla="val 5795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5195696B-65EF-483C-A3F2-4945B38AA765}"/>
              </a:ext>
            </a:extLst>
          </p:cNvPr>
          <p:cNvSpPr txBox="1"/>
          <p:nvPr/>
        </p:nvSpPr>
        <p:spPr>
          <a:xfrm>
            <a:off x="3033451" y="398740"/>
            <a:ext cx="37135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flag_inicio</a:t>
            </a:r>
            <a:r>
              <a:rPr lang="es-ES" sz="8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== 0/</a:t>
            </a:r>
            <a:endParaRPr lang="es-ES" sz="80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(Espera a que la recepción de los parámetros finalice)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parametros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();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flag_orientación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1;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Azi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&lt;= 180 )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dir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1;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dir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0;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Azi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-= 180;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}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num_steps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Azi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);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1D9FE385-056B-431C-A185-E0BE971120C1}"/>
              </a:ext>
            </a:extLst>
          </p:cNvPr>
          <p:cNvSpPr txBox="1"/>
          <p:nvPr/>
        </p:nvSpPr>
        <p:spPr>
          <a:xfrm>
            <a:off x="516946" y="1297361"/>
            <a:ext cx="1952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NULL/ 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/* recibe como parámetros: 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uint_8_t </a:t>
            </a:r>
            <a:r>
              <a:rPr lang="es-ES" sz="80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state</a:t>
            </a:r>
            <a:r>
              <a:rPr lang="es-ES" sz="8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</p:txBody>
      </p:sp>
      <p:cxnSp>
        <p:nvCxnSpPr>
          <p:cNvPr id="41" name="Conector: curvado 40">
            <a:extLst>
              <a:ext uri="{FF2B5EF4-FFF2-40B4-BE49-F238E27FC236}">
                <a16:creationId xmlns:a16="http://schemas.microsoft.com/office/drawing/2014/main" id="{47C31504-904B-4531-B243-11EEF2B68D67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31451" y="1844125"/>
            <a:ext cx="512524" cy="497816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: curvado 37">
            <a:extLst>
              <a:ext uri="{FF2B5EF4-FFF2-40B4-BE49-F238E27FC236}">
                <a16:creationId xmlns:a16="http://schemas.microsoft.com/office/drawing/2014/main" id="{C45853BA-E726-3302-E4F7-A2D63AC40AC3}"/>
              </a:ext>
            </a:extLst>
          </p:cNvPr>
          <p:cNvCxnSpPr>
            <a:cxnSpLocks/>
            <a:stCxn id="26" idx="4"/>
            <a:endCxn id="26" idx="2"/>
          </p:cNvCxnSpPr>
          <p:nvPr/>
        </p:nvCxnSpPr>
        <p:spPr>
          <a:xfrm rot="5400000" flipH="1">
            <a:off x="1930608" y="2484758"/>
            <a:ext cx="259675" cy="247650"/>
          </a:xfrm>
          <a:prstGeom prst="curvedConnector4">
            <a:avLst>
              <a:gd name="adj1" fmla="val -88033"/>
              <a:gd name="adj2" fmla="val 19230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36C6438C-15D4-56BA-9940-2FB20F0262F9}"/>
              </a:ext>
            </a:extLst>
          </p:cNvPr>
          <p:cNvSpPr txBox="1"/>
          <p:nvPr/>
        </p:nvSpPr>
        <p:spPr>
          <a:xfrm>
            <a:off x="5105278" y="3456337"/>
            <a:ext cx="495300" cy="51935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2</a:t>
            </a:r>
            <a:endParaRPr lang="es-CO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A7C0A5A-5118-16B2-F062-D5F78A06C797}"/>
              </a:ext>
            </a:extLst>
          </p:cNvPr>
          <p:cNvSpPr txBox="1"/>
          <p:nvPr/>
        </p:nvSpPr>
        <p:spPr>
          <a:xfrm>
            <a:off x="5238667" y="4592040"/>
            <a:ext cx="495300" cy="51935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4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53CCB81-1CC0-051C-9D80-A5783CFE7DF7}"/>
              </a:ext>
            </a:extLst>
          </p:cNvPr>
          <p:cNvSpPr txBox="1"/>
          <p:nvPr/>
        </p:nvSpPr>
        <p:spPr>
          <a:xfrm>
            <a:off x="8127863" y="2722046"/>
            <a:ext cx="495300" cy="51935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3</a:t>
            </a:r>
            <a:endParaRPr lang="es-CO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71E7CF3-6E6D-7155-025D-5DECAB5F7FE7}"/>
              </a:ext>
            </a:extLst>
          </p:cNvPr>
          <p:cNvSpPr txBox="1"/>
          <p:nvPr/>
        </p:nvSpPr>
        <p:spPr>
          <a:xfrm>
            <a:off x="677190" y="2920614"/>
            <a:ext cx="14378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8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flag_inicio</a:t>
            </a:r>
            <a:r>
              <a:rPr lang="es-CO" sz="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s-CO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== 1/</a:t>
            </a:r>
          </a:p>
          <a:p>
            <a:r>
              <a:rPr lang="es-CO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s-CO" sz="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recepción_fsm</a:t>
            </a:r>
            <a:r>
              <a:rPr lang="es-CO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();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C7753FC4-3076-149C-5133-8B40F910562C}"/>
              </a:ext>
            </a:extLst>
          </p:cNvPr>
          <p:cNvSpPr txBox="1"/>
          <p:nvPr/>
        </p:nvSpPr>
        <p:spPr>
          <a:xfrm>
            <a:off x="6570344" y="1589749"/>
            <a:ext cx="19996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flag_orientacion</a:t>
            </a:r>
            <a:r>
              <a:rPr lang="es-CO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 == 1/</a:t>
            </a:r>
          </a:p>
          <a:p>
            <a:r>
              <a:rPr lang="es-CO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control()</a:t>
            </a:r>
          </a:p>
        </p:txBody>
      </p:sp>
      <p:cxnSp>
        <p:nvCxnSpPr>
          <p:cNvPr id="35" name="Conector: curvado 34">
            <a:extLst>
              <a:ext uri="{FF2B5EF4-FFF2-40B4-BE49-F238E27FC236}">
                <a16:creationId xmlns:a16="http://schemas.microsoft.com/office/drawing/2014/main" id="{43B12DAD-4ADF-537E-7094-841DCD35883C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rot="5400000">
            <a:off x="5341734" y="2478898"/>
            <a:ext cx="889576" cy="1217417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A62E4CB5-2782-03B2-87F8-87674DA6B93E}"/>
              </a:ext>
            </a:extLst>
          </p:cNvPr>
          <p:cNvSpPr txBox="1"/>
          <p:nvPr/>
        </p:nvSpPr>
        <p:spPr>
          <a:xfrm>
            <a:off x="4810376" y="2697682"/>
            <a:ext cx="16005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flag_orientacion</a:t>
            </a:r>
            <a:r>
              <a:rPr lang="es-CO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 == 0/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B981ED9C-CD5D-CC8D-538B-C7D7337C49B4}"/>
              </a:ext>
            </a:extLst>
          </p:cNvPr>
          <p:cNvSpPr txBox="1"/>
          <p:nvPr/>
        </p:nvSpPr>
        <p:spPr>
          <a:xfrm>
            <a:off x="8846607" y="2426487"/>
            <a:ext cx="23574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N &lt;= </a:t>
            </a:r>
            <a:r>
              <a:rPr lang="es-MX" sz="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steps</a:t>
            </a:r>
            <a:r>
              <a:rPr lang="es-MX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/</a:t>
            </a:r>
          </a:p>
          <a:p>
            <a:endParaRPr lang="es-MX" sz="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s-MX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(Pregunta si aún no se ha alcanzado</a:t>
            </a:r>
          </a:p>
          <a:p>
            <a:r>
              <a:rPr lang="es-MX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 el # de pasos esperado)</a:t>
            </a:r>
          </a:p>
        </p:txBody>
      </p:sp>
      <p:cxnSp>
        <p:nvCxnSpPr>
          <p:cNvPr id="54" name="Conector: curvado 53">
            <a:extLst>
              <a:ext uri="{FF2B5EF4-FFF2-40B4-BE49-F238E27FC236}">
                <a16:creationId xmlns:a16="http://schemas.microsoft.com/office/drawing/2014/main" id="{63DB133D-D43B-49F9-526D-274757A71AA1}"/>
              </a:ext>
            </a:extLst>
          </p:cNvPr>
          <p:cNvCxnSpPr>
            <a:cxnSpLocks/>
            <a:stCxn id="11" idx="1"/>
            <a:endCxn id="11" idx="6"/>
          </p:cNvCxnSpPr>
          <p:nvPr/>
        </p:nvCxnSpPr>
        <p:spPr>
          <a:xfrm rot="16200000" flipH="1">
            <a:off x="8319970" y="2678530"/>
            <a:ext cx="183619" cy="422765"/>
          </a:xfrm>
          <a:prstGeom prst="curvedConnector4">
            <a:avLst>
              <a:gd name="adj1" fmla="val -165918"/>
              <a:gd name="adj2" fmla="val 15407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uadroTexto 56">
            <a:extLst>
              <a:ext uri="{FF2B5EF4-FFF2-40B4-BE49-F238E27FC236}">
                <a16:creationId xmlns:a16="http://schemas.microsoft.com/office/drawing/2014/main" id="{92B55DEC-F12F-F0F5-048F-935CCE80A45D}"/>
              </a:ext>
            </a:extLst>
          </p:cNvPr>
          <p:cNvSpPr txBox="1"/>
          <p:nvPr/>
        </p:nvSpPr>
        <p:spPr>
          <a:xfrm>
            <a:off x="7745863" y="3514023"/>
            <a:ext cx="1650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 &gt;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steps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/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N = 0;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flag_orientacion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0;</a:t>
            </a:r>
          </a:p>
        </p:txBody>
      </p:sp>
      <p:cxnSp>
        <p:nvCxnSpPr>
          <p:cNvPr id="58" name="Conector: curvado 57">
            <a:extLst>
              <a:ext uri="{FF2B5EF4-FFF2-40B4-BE49-F238E27FC236}">
                <a16:creationId xmlns:a16="http://schemas.microsoft.com/office/drawing/2014/main" id="{CE0D2CF2-9B75-4B3C-BB58-FFB38FA90BA3}"/>
              </a:ext>
            </a:extLst>
          </p:cNvPr>
          <p:cNvCxnSpPr>
            <a:cxnSpLocks/>
            <a:stCxn id="11" idx="4"/>
            <a:endCxn id="27" idx="5"/>
          </p:cNvCxnSpPr>
          <p:nvPr/>
        </p:nvCxnSpPr>
        <p:spPr>
          <a:xfrm rot="5400000" flipH="1">
            <a:off x="7261197" y="2127082"/>
            <a:ext cx="598579" cy="1630053"/>
          </a:xfrm>
          <a:prstGeom prst="curvedConnector3">
            <a:avLst>
              <a:gd name="adj1" fmla="val -3819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: curvado 69">
            <a:extLst>
              <a:ext uri="{FF2B5EF4-FFF2-40B4-BE49-F238E27FC236}">
                <a16:creationId xmlns:a16="http://schemas.microsoft.com/office/drawing/2014/main" id="{22CBFB5D-A22A-CCFE-BB67-A550097A0067}"/>
              </a:ext>
            </a:extLst>
          </p:cNvPr>
          <p:cNvCxnSpPr>
            <a:cxnSpLocks/>
            <a:stCxn id="9" idx="6"/>
            <a:endCxn id="10" idx="6"/>
          </p:cNvCxnSpPr>
          <p:nvPr/>
        </p:nvCxnSpPr>
        <p:spPr>
          <a:xfrm>
            <a:off x="5600578" y="3716013"/>
            <a:ext cx="133389" cy="1135703"/>
          </a:xfrm>
          <a:prstGeom prst="curvedConnector3">
            <a:avLst>
              <a:gd name="adj1" fmla="val 27137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CuadroTexto 74">
            <a:extLst>
              <a:ext uri="{FF2B5EF4-FFF2-40B4-BE49-F238E27FC236}">
                <a16:creationId xmlns:a16="http://schemas.microsoft.com/office/drawing/2014/main" id="{22D4ABDE-ADD9-8809-445A-004160C1808F}"/>
              </a:ext>
            </a:extLst>
          </p:cNvPr>
          <p:cNvSpPr txBox="1"/>
          <p:nvPr/>
        </p:nvSpPr>
        <p:spPr>
          <a:xfrm>
            <a:off x="5957256" y="4300894"/>
            <a:ext cx="1716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8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INICIO_GetValue</a:t>
            </a:r>
            <a:r>
              <a:rPr lang="es-CO" sz="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r>
              <a:rPr lang="es-CO" sz="8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s-CO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== 1/</a:t>
            </a:r>
          </a:p>
          <a:p>
            <a:r>
              <a:rPr lang="es-CO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control();</a:t>
            </a:r>
          </a:p>
          <a:p>
            <a:r>
              <a:rPr lang="es-CO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s-CO" sz="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operation_flag</a:t>
            </a:r>
            <a:r>
              <a:rPr lang="es-CO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 = 1;</a:t>
            </a:r>
          </a:p>
        </p:txBody>
      </p:sp>
      <p:cxnSp>
        <p:nvCxnSpPr>
          <p:cNvPr id="77" name="Conector: curvado 76">
            <a:extLst>
              <a:ext uri="{FF2B5EF4-FFF2-40B4-BE49-F238E27FC236}">
                <a16:creationId xmlns:a16="http://schemas.microsoft.com/office/drawing/2014/main" id="{23EE84D0-5A41-D6D7-16A3-3B89851F597B}"/>
              </a:ext>
            </a:extLst>
          </p:cNvPr>
          <p:cNvCxnSpPr>
            <a:cxnSpLocks/>
            <a:stCxn id="9" idx="3"/>
            <a:endCxn id="9" idx="1"/>
          </p:cNvCxnSpPr>
          <p:nvPr/>
        </p:nvCxnSpPr>
        <p:spPr>
          <a:xfrm rot="5400000" flipH="1">
            <a:off x="4994194" y="3716013"/>
            <a:ext cx="367237" cy="12700"/>
          </a:xfrm>
          <a:prstGeom prst="curvedConnector5">
            <a:avLst>
              <a:gd name="adj1" fmla="val -62249"/>
              <a:gd name="adj2" fmla="val 5128858"/>
              <a:gd name="adj3" fmla="val 16224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CuadroTexto 79">
            <a:extLst>
              <a:ext uri="{FF2B5EF4-FFF2-40B4-BE49-F238E27FC236}">
                <a16:creationId xmlns:a16="http://schemas.microsoft.com/office/drawing/2014/main" id="{87BEFD25-5A19-A492-310A-6C351436608C}"/>
              </a:ext>
            </a:extLst>
          </p:cNvPr>
          <p:cNvSpPr txBox="1"/>
          <p:nvPr/>
        </p:nvSpPr>
        <p:spPr>
          <a:xfrm>
            <a:off x="3174160" y="3252123"/>
            <a:ext cx="171608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INICIO_GetValue</a:t>
            </a:r>
            <a:r>
              <a:rPr lang="es-CO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() == 0</a:t>
            </a:r>
          </a:p>
        </p:txBody>
      </p:sp>
      <p:cxnSp>
        <p:nvCxnSpPr>
          <p:cNvPr id="83" name="Conector: curvado 82">
            <a:extLst>
              <a:ext uri="{FF2B5EF4-FFF2-40B4-BE49-F238E27FC236}">
                <a16:creationId xmlns:a16="http://schemas.microsoft.com/office/drawing/2014/main" id="{815156C5-7C01-150F-AFDC-69D756479AFD}"/>
              </a:ext>
            </a:extLst>
          </p:cNvPr>
          <p:cNvCxnSpPr>
            <a:cxnSpLocks/>
            <a:stCxn id="10" idx="2"/>
            <a:endCxn id="26" idx="4"/>
          </p:cNvCxnSpPr>
          <p:nvPr/>
        </p:nvCxnSpPr>
        <p:spPr>
          <a:xfrm rot="10800000">
            <a:off x="2184271" y="2738420"/>
            <a:ext cx="3054396" cy="2113296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: curvado 92">
            <a:extLst>
              <a:ext uri="{FF2B5EF4-FFF2-40B4-BE49-F238E27FC236}">
                <a16:creationId xmlns:a16="http://schemas.microsoft.com/office/drawing/2014/main" id="{DB55C5B2-D4DE-E305-AA7D-181FBC0D9131}"/>
              </a:ext>
            </a:extLst>
          </p:cNvPr>
          <p:cNvCxnSpPr>
            <a:cxnSpLocks/>
            <a:stCxn id="10" idx="6"/>
            <a:endCxn id="10" idx="3"/>
          </p:cNvCxnSpPr>
          <p:nvPr/>
        </p:nvCxnSpPr>
        <p:spPr>
          <a:xfrm flipH="1">
            <a:off x="5311202" y="4851716"/>
            <a:ext cx="422765" cy="183618"/>
          </a:xfrm>
          <a:prstGeom prst="curvedConnector4">
            <a:avLst>
              <a:gd name="adj1" fmla="val -54073"/>
              <a:gd name="adj2" fmla="val 26591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CuadroTexto 105">
            <a:extLst>
              <a:ext uri="{FF2B5EF4-FFF2-40B4-BE49-F238E27FC236}">
                <a16:creationId xmlns:a16="http://schemas.microsoft.com/office/drawing/2014/main" id="{D2BCB9CA-4EA6-B481-01AE-192B8A2F35A3}"/>
              </a:ext>
            </a:extLst>
          </p:cNvPr>
          <p:cNvSpPr txBox="1"/>
          <p:nvPr/>
        </p:nvSpPr>
        <p:spPr>
          <a:xfrm>
            <a:off x="5340215" y="5360815"/>
            <a:ext cx="15482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operation_flag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== 1/ 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operation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();</a:t>
            </a:r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5DCFD642-4288-3970-A020-C7F6469DAFDC}"/>
              </a:ext>
            </a:extLst>
          </p:cNvPr>
          <p:cNvSpPr txBox="1"/>
          <p:nvPr/>
        </p:nvSpPr>
        <p:spPr>
          <a:xfrm>
            <a:off x="2184270" y="4353609"/>
            <a:ext cx="15482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operation_flag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== 0/ </a:t>
            </a:r>
          </a:p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s-ES" sz="8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flag_inicio</a:t>
            </a:r>
            <a:r>
              <a:rPr lang="es-ES" sz="800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== 1;</a:t>
            </a:r>
          </a:p>
        </p:txBody>
      </p:sp>
    </p:spTree>
    <p:extLst>
      <p:ext uri="{BB962C8B-B14F-4D97-AF65-F5344CB8AC3E}">
        <p14:creationId xmlns:p14="http://schemas.microsoft.com/office/powerpoint/2010/main" val="3962723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04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adroTexto 78">
            <a:extLst>
              <a:ext uri="{FF2B5EF4-FFF2-40B4-BE49-F238E27FC236}">
                <a16:creationId xmlns:a16="http://schemas.microsoft.com/office/drawing/2014/main" id="{2BA3A82D-4E63-DBE1-608C-670F404D57AA}"/>
              </a:ext>
            </a:extLst>
          </p:cNvPr>
          <p:cNvSpPr txBox="1"/>
          <p:nvPr/>
        </p:nvSpPr>
        <p:spPr>
          <a:xfrm>
            <a:off x="2885476" y="3090446"/>
            <a:ext cx="42392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Aux = Lectura de ADC</a:t>
            </a:r>
          </a:p>
          <a:p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DC_ref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Aux/4095*100  (Valor entre 0 y 100% para el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duti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cycle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2B80855-2CE5-42E7-93A0-9E2CE849A45C}"/>
              </a:ext>
            </a:extLst>
          </p:cNvPr>
          <p:cNvSpPr txBox="1"/>
          <p:nvPr/>
        </p:nvSpPr>
        <p:spPr>
          <a:xfrm>
            <a:off x="2885476" y="2435126"/>
            <a:ext cx="4239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Por puerto serial, el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DC_ref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se modifica directamente con el comando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Wxxxxx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 Queda guardado como valor entre 000.00 y 100.00% para el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duti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s-ES" sz="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cycle</a:t>
            </a:r>
            <a:r>
              <a:rPr lang="es-ES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855483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FSM micro 3</Template>
  <TotalTime>525</TotalTime>
  <Words>1754</Words>
  <Application>Microsoft Office PowerPoint</Application>
  <PresentationFormat>Panorámica</PresentationFormat>
  <Paragraphs>239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Cascadia Code</vt:lpstr>
      <vt:lpstr>Source Sans Pro Black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David Esteban González Rozo</dc:creator>
  <cp:lastModifiedBy>David Esteban González Rozo</cp:lastModifiedBy>
  <cp:revision>1</cp:revision>
  <dcterms:created xsi:type="dcterms:W3CDTF">2024-05-04T19:10:38Z</dcterms:created>
  <dcterms:modified xsi:type="dcterms:W3CDTF">2024-05-05T03:55:44Z</dcterms:modified>
</cp:coreProperties>
</file>